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9" r:id="rId1"/>
    <p:sldMasterId id="2147483655" r:id="rId2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60" r:id="rId5"/>
    <p:sldId id="259" r:id="rId6"/>
    <p:sldId id="273" r:id="rId7"/>
    <p:sldId id="274" r:id="rId8"/>
    <p:sldId id="275" r:id="rId9"/>
    <p:sldId id="276" r:id="rId10"/>
    <p:sldId id="277" r:id="rId11"/>
    <p:sldId id="278" r:id="rId12"/>
    <p:sldId id="258" r:id="rId13"/>
    <p:sldId id="279" r:id="rId14"/>
    <p:sldId id="280" r:id="rId15"/>
    <p:sldId id="282" r:id="rId16"/>
    <p:sldId id="283" r:id="rId17"/>
    <p:sldId id="281" r:id="rId18"/>
  </p:sldIdLst>
  <p:sldSz cx="12192000" cy="6858000"/>
  <p:notesSz cx="6858000" cy="9945688"/>
  <p:embeddedFontLst>
    <p:embeddedFont>
      <p:font typeface="Tahoma" panose="020B0604030504040204" pitchFamily="34" charset="0"/>
      <p:regular r:id="rId21"/>
      <p:bold r:id="rId22"/>
    </p:embeddedFont>
  </p:embeddedFontLst>
  <p:defaultTextStyle>
    <a:defPPr>
      <a:defRPr lang="en-I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B3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904F7-C182-4C1A-A34E-F7A247A0DAA9}" v="28" dt="2026-03-19T12:50:35.308"/>
    <p1510:client id="{A30FF045-A0AE-4021-AD1C-CCEA487331AD}" v="3" dt="2026-03-18T18:23:32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 autoAdjust="0"/>
    <p:restoredTop sz="96247" autoAdjust="0"/>
  </p:normalViewPr>
  <p:slideViewPr>
    <p:cSldViewPr>
      <p:cViewPr varScale="1">
        <p:scale>
          <a:sx n="51" d="100"/>
          <a:sy n="51" d="100"/>
        </p:scale>
        <p:origin x="1224" y="2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 MacNamee" userId="69a45ed0f0931cfc" providerId="LiveId" clId="{965506D3-D216-4CEB-B2FC-DC6AC54428D7}"/>
    <pc:docChg chg="custSel addSld modSld">
      <pc:chgData name="Ciaran MacNamee" userId="69a45ed0f0931cfc" providerId="LiveId" clId="{965506D3-D216-4CEB-B2FC-DC6AC54428D7}" dt="2026-03-18T18:24:01.238" v="685" actId="207"/>
      <pc:docMkLst>
        <pc:docMk/>
      </pc:docMkLst>
      <pc:sldChg chg="addSp modSp new mod">
        <pc:chgData name="Ciaran MacNamee" userId="69a45ed0f0931cfc" providerId="LiveId" clId="{965506D3-D216-4CEB-B2FC-DC6AC54428D7}" dt="2026-03-18T18:19:14.759" v="524" actId="1076"/>
        <pc:sldMkLst>
          <pc:docMk/>
          <pc:sldMk cId="2458818879" sldId="276"/>
        </pc:sldMkLst>
        <pc:spChg chg="mod">
          <ac:chgData name="Ciaran MacNamee" userId="69a45ed0f0931cfc" providerId="LiveId" clId="{965506D3-D216-4CEB-B2FC-DC6AC54428D7}" dt="2026-03-18T18:13:40.090" v="29" actId="20577"/>
          <ac:spMkLst>
            <pc:docMk/>
            <pc:sldMk cId="2458818879" sldId="276"/>
            <ac:spMk id="2" creationId="{EF2BD013-2983-33B1-4AFB-A7F6731CA1F4}"/>
          </ac:spMkLst>
        </pc:spChg>
        <pc:spChg chg="add mod">
          <ac:chgData name="Ciaran MacNamee" userId="69a45ed0f0931cfc" providerId="LiveId" clId="{965506D3-D216-4CEB-B2FC-DC6AC54428D7}" dt="2026-03-18T18:19:08.759" v="523" actId="1076"/>
          <ac:spMkLst>
            <pc:docMk/>
            <pc:sldMk cId="2458818879" sldId="276"/>
            <ac:spMk id="8" creationId="{A31ABD92-FEA0-B595-5A6D-3D6190E56297}"/>
          </ac:spMkLst>
        </pc:spChg>
        <pc:picChg chg="add mod">
          <ac:chgData name="Ciaran MacNamee" userId="69a45ed0f0931cfc" providerId="LiveId" clId="{965506D3-D216-4CEB-B2FC-DC6AC54428D7}" dt="2026-03-18T18:13:49.197" v="31" actId="1076"/>
          <ac:picMkLst>
            <pc:docMk/>
            <pc:sldMk cId="2458818879" sldId="276"/>
            <ac:picMk id="7" creationId="{47A94CF4-CADA-655E-72B3-1101AF1FAD4B}"/>
          </ac:picMkLst>
        </pc:picChg>
        <pc:cxnChg chg="add mod">
          <ac:chgData name="Ciaran MacNamee" userId="69a45ed0f0931cfc" providerId="LiveId" clId="{965506D3-D216-4CEB-B2FC-DC6AC54428D7}" dt="2026-03-18T18:19:14.759" v="524" actId="1076"/>
          <ac:cxnSpMkLst>
            <pc:docMk/>
            <pc:sldMk cId="2458818879" sldId="276"/>
            <ac:cxnSpMk id="10" creationId="{05CEFD5A-FD5F-195B-33F6-3FCE5C012517}"/>
          </ac:cxnSpMkLst>
        </pc:cxnChg>
      </pc:sldChg>
      <pc:sldChg chg="addSp modSp new mod">
        <pc:chgData name="Ciaran MacNamee" userId="69a45ed0f0931cfc" providerId="LiveId" clId="{965506D3-D216-4CEB-B2FC-DC6AC54428D7}" dt="2026-03-18T18:21:05.926" v="592" actId="13822"/>
        <pc:sldMkLst>
          <pc:docMk/>
          <pc:sldMk cId="187979898" sldId="277"/>
        </pc:sldMkLst>
        <pc:spChg chg="mod">
          <ac:chgData name="Ciaran MacNamee" userId="69a45ed0f0931cfc" providerId="LiveId" clId="{965506D3-D216-4CEB-B2FC-DC6AC54428D7}" dt="2026-03-18T18:20:09.558" v="554" actId="20577"/>
          <ac:spMkLst>
            <pc:docMk/>
            <pc:sldMk cId="187979898" sldId="277"/>
            <ac:spMk id="2" creationId="{E4A4DE71-AF59-9587-7FE6-3162CF855506}"/>
          </ac:spMkLst>
        </pc:spChg>
        <pc:spChg chg="add mod">
          <ac:chgData name="Ciaran MacNamee" userId="69a45ed0f0931cfc" providerId="LiveId" clId="{965506D3-D216-4CEB-B2FC-DC6AC54428D7}" dt="2026-03-18T18:20:52.017" v="590" actId="14100"/>
          <ac:spMkLst>
            <pc:docMk/>
            <pc:sldMk cId="187979898" sldId="277"/>
            <ac:spMk id="8" creationId="{C7FE5DB1-9E5D-0B93-043B-31F82C715E01}"/>
          </ac:spMkLst>
        </pc:spChg>
        <pc:picChg chg="add mod">
          <ac:chgData name="Ciaran MacNamee" userId="69a45ed0f0931cfc" providerId="LiveId" clId="{965506D3-D216-4CEB-B2FC-DC6AC54428D7}" dt="2026-03-18T18:20:15.023" v="556" actId="1076"/>
          <ac:picMkLst>
            <pc:docMk/>
            <pc:sldMk cId="187979898" sldId="277"/>
            <ac:picMk id="7" creationId="{2783382C-1F3A-C7C5-13D3-92589AB87962}"/>
          </ac:picMkLst>
        </pc:picChg>
        <pc:cxnChg chg="add mod">
          <ac:chgData name="Ciaran MacNamee" userId="69a45ed0f0931cfc" providerId="LiveId" clId="{965506D3-D216-4CEB-B2FC-DC6AC54428D7}" dt="2026-03-18T18:21:05.926" v="592" actId="13822"/>
          <ac:cxnSpMkLst>
            <pc:docMk/>
            <pc:sldMk cId="187979898" sldId="277"/>
            <ac:cxnSpMk id="10" creationId="{D1BEEFEC-03B3-75B2-E902-23DAE00CB860}"/>
          </ac:cxnSpMkLst>
        </pc:cxnChg>
      </pc:sldChg>
      <pc:sldChg chg="addSp delSp modSp add mod">
        <pc:chgData name="Ciaran MacNamee" userId="69a45ed0f0931cfc" providerId="LiveId" clId="{965506D3-D216-4CEB-B2FC-DC6AC54428D7}" dt="2026-03-18T18:24:01.238" v="685" actId="207"/>
        <pc:sldMkLst>
          <pc:docMk/>
          <pc:sldMk cId="3270668012" sldId="278"/>
        </pc:sldMkLst>
        <pc:spChg chg="mod">
          <ac:chgData name="Ciaran MacNamee" userId="69a45ed0f0931cfc" providerId="LiveId" clId="{965506D3-D216-4CEB-B2FC-DC6AC54428D7}" dt="2026-03-18T18:22:10.414" v="594" actId="20577"/>
          <ac:spMkLst>
            <pc:docMk/>
            <pc:sldMk cId="3270668012" sldId="278"/>
            <ac:spMk id="2" creationId="{0871AF85-A79A-A49F-24E0-95FA176D78B4}"/>
          </ac:spMkLst>
        </pc:spChg>
        <pc:spChg chg="mod">
          <ac:chgData name="Ciaran MacNamee" userId="69a45ed0f0931cfc" providerId="LiveId" clId="{965506D3-D216-4CEB-B2FC-DC6AC54428D7}" dt="2026-03-18T18:23:17.034" v="659" actId="1076"/>
          <ac:spMkLst>
            <pc:docMk/>
            <pc:sldMk cId="3270668012" sldId="278"/>
            <ac:spMk id="8" creationId="{3C894BB9-4937-5192-BF65-805F8553017A}"/>
          </ac:spMkLst>
        </pc:spChg>
        <pc:spChg chg="add mod">
          <ac:chgData name="Ciaran MacNamee" userId="69a45ed0f0931cfc" providerId="LiveId" clId="{965506D3-D216-4CEB-B2FC-DC6AC54428D7}" dt="2026-03-18T18:24:01.238" v="685" actId="207"/>
          <ac:spMkLst>
            <pc:docMk/>
            <pc:sldMk cId="3270668012" sldId="278"/>
            <ac:spMk id="13" creationId="{EB79DAAF-06C1-A80A-6A74-CA2CA80B7E1B}"/>
          </ac:spMkLst>
        </pc:spChg>
        <pc:picChg chg="del">
          <ac:chgData name="Ciaran MacNamee" userId="69a45ed0f0931cfc" providerId="LiveId" clId="{965506D3-D216-4CEB-B2FC-DC6AC54428D7}" dt="2026-03-18T18:22:12.599" v="595" actId="478"/>
          <ac:picMkLst>
            <pc:docMk/>
            <pc:sldMk cId="3270668012" sldId="278"/>
            <ac:picMk id="7" creationId="{345B64C9-A695-B1C0-D481-80404174D129}"/>
          </ac:picMkLst>
        </pc:picChg>
        <pc:picChg chg="add mod">
          <ac:chgData name="Ciaran MacNamee" userId="69a45ed0f0931cfc" providerId="LiveId" clId="{965506D3-D216-4CEB-B2FC-DC6AC54428D7}" dt="2026-03-18T18:22:20.980" v="597" actId="1076"/>
          <ac:picMkLst>
            <pc:docMk/>
            <pc:sldMk cId="3270668012" sldId="278"/>
            <ac:picMk id="9" creationId="{1A0106A5-8ACA-F119-CECF-654994909F3C}"/>
          </ac:picMkLst>
        </pc:picChg>
        <pc:cxnChg chg="mod ord">
          <ac:chgData name="Ciaran MacNamee" userId="69a45ed0f0931cfc" providerId="LiveId" clId="{965506D3-D216-4CEB-B2FC-DC6AC54428D7}" dt="2026-03-18T18:22:37.946" v="601" actId="14100"/>
          <ac:cxnSpMkLst>
            <pc:docMk/>
            <pc:sldMk cId="3270668012" sldId="278"/>
            <ac:cxnSpMk id="10" creationId="{F5C26660-0ECC-F8C5-F1B9-10D6046B5166}"/>
          </ac:cxnSpMkLst>
        </pc:cxnChg>
      </pc:sldChg>
    </pc:docChg>
  </pc:docChgLst>
  <pc:docChgLst>
    <pc:chgData name="Ciaran MacNamee" userId="69a45ed0f0931cfc" providerId="LiveId" clId="{0F7B47A0-16B6-4A23-8885-E9A1704BCDE3}"/>
    <pc:docChg chg="custSel addSld delSld modSld sldOrd">
      <pc:chgData name="Ciaran MacNamee" userId="69a45ed0f0931cfc" providerId="LiveId" clId="{0F7B47A0-16B6-4A23-8885-E9A1704BCDE3}" dt="2026-03-19T12:53:40.344" v="3354" actId="114"/>
      <pc:docMkLst>
        <pc:docMk/>
      </pc:docMkLst>
      <pc:sldChg chg="modSp mod">
        <pc:chgData name="Ciaran MacNamee" userId="69a45ed0f0931cfc" providerId="LiveId" clId="{0F7B47A0-16B6-4A23-8885-E9A1704BCDE3}" dt="2026-03-18T17:17:26.023" v="131" actId="20577"/>
        <pc:sldMkLst>
          <pc:docMk/>
          <pc:sldMk cId="0" sldId="256"/>
        </pc:sldMkLst>
        <pc:spChg chg="mod">
          <ac:chgData name="Ciaran MacNamee" userId="69a45ed0f0931cfc" providerId="LiveId" clId="{0F7B47A0-16B6-4A23-8885-E9A1704BCDE3}" dt="2026-03-16T17:04:57.192" v="10" actId="20577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Ciaran MacNamee" userId="69a45ed0f0931cfc" providerId="LiveId" clId="{0F7B47A0-16B6-4A23-8885-E9A1704BCDE3}" dt="2026-03-18T17:17:26.023" v="131" actId="20577"/>
          <ac:spMkLst>
            <pc:docMk/>
            <pc:sldMk cId="0" sldId="256"/>
            <ac:spMk id="5126" creationId="{00000000-0000-0000-0000-000000000000}"/>
          </ac:spMkLst>
        </pc:spChg>
      </pc:sldChg>
      <pc:sldChg chg="modSp mod">
        <pc:chgData name="Ciaran MacNamee" userId="69a45ed0f0931cfc" providerId="LiveId" clId="{0F7B47A0-16B6-4A23-8885-E9A1704BCDE3}" dt="2026-03-18T17:22:40.534" v="574" actId="20577"/>
        <pc:sldMkLst>
          <pc:docMk/>
          <pc:sldMk cId="3172227786" sldId="257"/>
        </pc:sldMkLst>
        <pc:spChg chg="mod">
          <ac:chgData name="Ciaran MacNamee" userId="69a45ed0f0931cfc" providerId="LiveId" clId="{0F7B47A0-16B6-4A23-8885-E9A1704BCDE3}" dt="2026-03-18T17:17:53.684" v="154" actId="20577"/>
          <ac:spMkLst>
            <pc:docMk/>
            <pc:sldMk cId="3172227786" sldId="257"/>
            <ac:spMk id="2" creationId="{00000000-0000-0000-0000-000000000000}"/>
          </ac:spMkLst>
        </pc:spChg>
        <pc:spChg chg="mod">
          <ac:chgData name="Ciaran MacNamee" userId="69a45ed0f0931cfc" providerId="LiveId" clId="{0F7B47A0-16B6-4A23-8885-E9A1704BCDE3}" dt="2026-03-18T17:22:40.534" v="574" actId="20577"/>
          <ac:spMkLst>
            <pc:docMk/>
            <pc:sldMk cId="3172227786" sldId="257"/>
            <ac:spMk id="3" creationId="{00000000-0000-0000-0000-000000000000}"/>
          </ac:spMkLst>
        </pc:spChg>
      </pc:sldChg>
      <pc:sldChg chg="addSp delSp modSp mod">
        <pc:chgData name="Ciaran MacNamee" userId="69a45ed0f0931cfc" providerId="LiveId" clId="{0F7B47A0-16B6-4A23-8885-E9A1704BCDE3}" dt="2026-03-19T12:19:45.157" v="2140" actId="20577"/>
        <pc:sldMkLst>
          <pc:docMk/>
          <pc:sldMk cId="1873677248" sldId="258"/>
        </pc:sldMkLst>
        <pc:spChg chg="mod">
          <ac:chgData name="Ciaran MacNamee" userId="69a45ed0f0931cfc" providerId="LiveId" clId="{0F7B47A0-16B6-4A23-8885-E9A1704BCDE3}" dt="2026-03-19T12:19:45.157" v="2140" actId="20577"/>
          <ac:spMkLst>
            <pc:docMk/>
            <pc:sldMk cId="1873677248" sldId="258"/>
            <ac:spMk id="2" creationId="{00000000-0000-0000-0000-000000000000}"/>
          </ac:spMkLst>
        </pc:spChg>
        <pc:spChg chg="del">
          <ac:chgData name="Ciaran MacNamee" userId="69a45ed0f0931cfc" providerId="LiveId" clId="{0F7B47A0-16B6-4A23-8885-E9A1704BCDE3}" dt="2026-03-19T12:12:14.332" v="1941" actId="478"/>
          <ac:spMkLst>
            <pc:docMk/>
            <pc:sldMk cId="1873677248" sldId="258"/>
            <ac:spMk id="6" creationId="{00000000-0000-0000-0000-000000000000}"/>
          </ac:spMkLst>
        </pc:spChg>
        <pc:spChg chg="add mod">
          <ac:chgData name="Ciaran MacNamee" userId="69a45ed0f0931cfc" providerId="LiveId" clId="{0F7B47A0-16B6-4A23-8885-E9A1704BCDE3}" dt="2026-03-19T12:18:34.140" v="2136" actId="3062"/>
          <ac:spMkLst>
            <pc:docMk/>
            <pc:sldMk cId="1873677248" sldId="258"/>
            <ac:spMk id="12" creationId="{722F5997-C89F-7721-32E7-59FD3A20DAB1}"/>
          </ac:spMkLst>
        </pc:spChg>
        <pc:spChg chg="add mod">
          <ac:chgData name="Ciaran MacNamee" userId="69a45ed0f0931cfc" providerId="LiveId" clId="{0F7B47A0-16B6-4A23-8885-E9A1704BCDE3}" dt="2026-03-19T12:15:29.932" v="2066" actId="767"/>
          <ac:spMkLst>
            <pc:docMk/>
            <pc:sldMk cId="1873677248" sldId="258"/>
            <ac:spMk id="13" creationId="{42A4ED8C-28A2-0E1E-0DCA-AE4C4A252371}"/>
          </ac:spMkLst>
        </pc:spChg>
        <pc:spChg chg="add mod">
          <ac:chgData name="Ciaran MacNamee" userId="69a45ed0f0931cfc" providerId="LiveId" clId="{0F7B47A0-16B6-4A23-8885-E9A1704BCDE3}" dt="2026-03-19T12:16:36.972" v="2116" actId="207"/>
          <ac:spMkLst>
            <pc:docMk/>
            <pc:sldMk cId="1873677248" sldId="258"/>
            <ac:spMk id="14" creationId="{5C9D825F-5E21-B23B-3B4F-64DE56706B85}"/>
          </ac:spMkLst>
        </pc:spChg>
        <pc:picChg chg="add del">
          <ac:chgData name="Ciaran MacNamee" userId="69a45ed0f0931cfc" providerId="LiveId" clId="{0F7B47A0-16B6-4A23-8885-E9A1704BCDE3}" dt="2026-03-19T12:12:58.955" v="1978" actId="478"/>
          <ac:picMkLst>
            <pc:docMk/>
            <pc:sldMk cId="1873677248" sldId="258"/>
            <ac:picMk id="9" creationId="{80508E3E-9515-035B-02FF-4B63DABB6415}"/>
          </ac:picMkLst>
        </pc:picChg>
        <pc:picChg chg="add mod">
          <ac:chgData name="Ciaran MacNamee" userId="69a45ed0f0931cfc" providerId="LiveId" clId="{0F7B47A0-16B6-4A23-8885-E9A1704BCDE3}" dt="2026-03-19T12:13:32.900" v="1982" actId="1076"/>
          <ac:picMkLst>
            <pc:docMk/>
            <pc:sldMk cId="1873677248" sldId="258"/>
            <ac:picMk id="11" creationId="{335AA0AD-7946-EB72-FA28-115A59F8A178}"/>
          </ac:picMkLst>
        </pc:picChg>
        <pc:picChg chg="del">
          <ac:chgData name="Ciaran MacNamee" userId="69a45ed0f0931cfc" providerId="LiveId" clId="{0F7B47A0-16B6-4A23-8885-E9A1704BCDE3}" dt="2026-03-19T12:12:09.649" v="1940" actId="478"/>
          <ac:picMkLst>
            <pc:docMk/>
            <pc:sldMk cId="1873677248" sldId="258"/>
            <ac:picMk id="1026" creationId="{00000000-0000-0000-0000-000000000000}"/>
          </ac:picMkLst>
        </pc:picChg>
        <pc:picChg chg="del">
          <ac:chgData name="Ciaran MacNamee" userId="69a45ed0f0931cfc" providerId="LiveId" clId="{0F7B47A0-16B6-4A23-8885-E9A1704BCDE3}" dt="2026-03-19T12:12:16.911" v="1942" actId="478"/>
          <ac:picMkLst>
            <pc:docMk/>
            <pc:sldMk cId="1873677248" sldId="258"/>
            <ac:picMk id="1027" creationId="{00000000-0000-0000-0000-000000000000}"/>
          </ac:picMkLst>
        </pc:picChg>
        <pc:cxnChg chg="add mod">
          <ac:chgData name="Ciaran MacNamee" userId="69a45ed0f0931cfc" providerId="LiveId" clId="{0F7B47A0-16B6-4A23-8885-E9A1704BCDE3}" dt="2026-03-19T12:16:54.159" v="2118" actId="13822"/>
          <ac:cxnSpMkLst>
            <pc:docMk/>
            <pc:sldMk cId="1873677248" sldId="258"/>
            <ac:cxnSpMk id="16" creationId="{AB29329A-67C9-D7B4-2EE9-C37CF4EDB795}"/>
          </ac:cxnSpMkLst>
        </pc:cxnChg>
      </pc:sldChg>
      <pc:sldChg chg="modSp mod ord">
        <pc:chgData name="Ciaran MacNamee" userId="69a45ed0f0931cfc" providerId="LiveId" clId="{0F7B47A0-16B6-4A23-8885-E9A1704BCDE3}" dt="2026-03-18T17:35:21.905" v="1608" actId="20577"/>
        <pc:sldMkLst>
          <pc:docMk/>
          <pc:sldMk cId="2813457716" sldId="259"/>
        </pc:sldMkLst>
        <pc:spChg chg="mod">
          <ac:chgData name="Ciaran MacNamee" userId="69a45ed0f0931cfc" providerId="LiveId" clId="{0F7B47A0-16B6-4A23-8885-E9A1704BCDE3}" dt="2026-03-18T17:30:41.692" v="1215" actId="20577"/>
          <ac:spMkLst>
            <pc:docMk/>
            <pc:sldMk cId="2813457716" sldId="259"/>
            <ac:spMk id="181250" creationId="{00000000-0000-0000-0000-000000000000}"/>
          </ac:spMkLst>
        </pc:spChg>
        <pc:spChg chg="mod">
          <ac:chgData name="Ciaran MacNamee" userId="69a45ed0f0931cfc" providerId="LiveId" clId="{0F7B47A0-16B6-4A23-8885-E9A1704BCDE3}" dt="2026-03-18T17:35:21.905" v="1608" actId="20577"/>
          <ac:spMkLst>
            <pc:docMk/>
            <pc:sldMk cId="2813457716" sldId="259"/>
            <ac:spMk id="181251" creationId="{00000000-0000-0000-0000-000000000000}"/>
          </ac:spMkLst>
        </pc:spChg>
      </pc:sldChg>
      <pc:sldChg chg="addSp delSp modSp mod ord">
        <pc:chgData name="Ciaran MacNamee" userId="69a45ed0f0931cfc" providerId="LiveId" clId="{0F7B47A0-16B6-4A23-8885-E9A1704BCDE3}" dt="2026-03-18T17:25:39.977" v="637"/>
        <pc:sldMkLst>
          <pc:docMk/>
          <pc:sldMk cId="12979046" sldId="260"/>
        </pc:sldMkLst>
        <pc:spChg chg="add mod">
          <ac:chgData name="Ciaran MacNamee" userId="69a45ed0f0931cfc" providerId="LiveId" clId="{0F7B47A0-16B6-4A23-8885-E9A1704BCDE3}" dt="2026-03-18T17:25:00.348" v="632" actId="1076"/>
          <ac:spMkLst>
            <pc:docMk/>
            <pc:sldMk cId="12979046" sldId="260"/>
            <ac:spMk id="6" creationId="{F48ED7AC-70C5-B5A8-0D6D-CF2751A175C8}"/>
          </ac:spMkLst>
        </pc:spChg>
        <pc:spChg chg="mod">
          <ac:chgData name="Ciaran MacNamee" userId="69a45ed0f0931cfc" providerId="LiveId" clId="{0F7B47A0-16B6-4A23-8885-E9A1704BCDE3}" dt="2026-03-18T17:24:00.126" v="606" actId="20577"/>
          <ac:spMkLst>
            <pc:docMk/>
            <pc:sldMk cId="12979046" sldId="260"/>
            <ac:spMk id="182276" creationId="{00000000-0000-0000-0000-000000000000}"/>
          </ac:spMkLst>
        </pc:spChg>
        <pc:picChg chg="add mod">
          <ac:chgData name="Ciaran MacNamee" userId="69a45ed0f0931cfc" providerId="LiveId" clId="{0F7B47A0-16B6-4A23-8885-E9A1704BCDE3}" dt="2026-03-18T17:23:46.151" v="578"/>
          <ac:picMkLst>
            <pc:docMk/>
            <pc:sldMk cId="12979046" sldId="260"/>
            <ac:picMk id="5" creationId="{8D206352-029F-8825-FEE0-8253EA876029}"/>
          </ac:picMkLst>
        </pc:picChg>
        <pc:picChg chg="del">
          <ac:chgData name="Ciaran MacNamee" userId="69a45ed0f0931cfc" providerId="LiveId" clId="{0F7B47A0-16B6-4A23-8885-E9A1704BCDE3}" dt="2026-03-18T17:23:43.596" v="577" actId="478"/>
          <ac:picMkLst>
            <pc:docMk/>
            <pc:sldMk cId="12979046" sldId="260"/>
            <ac:picMk id="16387" creationId="{00000000-0000-0000-0000-000000000000}"/>
          </ac:picMkLst>
        </pc:picChg>
        <pc:cxnChg chg="add mod">
          <ac:chgData name="Ciaran MacNamee" userId="69a45ed0f0931cfc" providerId="LiveId" clId="{0F7B47A0-16B6-4A23-8885-E9A1704BCDE3}" dt="2026-03-18T17:25:21.793" v="635" actId="13822"/>
          <ac:cxnSpMkLst>
            <pc:docMk/>
            <pc:sldMk cId="12979046" sldId="260"/>
            <ac:cxnSpMk id="8" creationId="{01FA4F8E-8C41-1B49-CD0F-C79250EBC4E0}"/>
          </ac:cxnSpMkLst>
        </pc:cxnChg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235686070" sldId="261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443265992" sldId="262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3016280049" sldId="263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1070541102" sldId="264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2444395335" sldId="265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2571738336" sldId="266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497222264" sldId="267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2684480741" sldId="268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2340928126" sldId="269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2512817943" sldId="270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900198973" sldId="271"/>
        </pc:sldMkLst>
      </pc:sldChg>
      <pc:sldChg chg="del">
        <pc:chgData name="Ciaran MacNamee" userId="69a45ed0f0931cfc" providerId="LiveId" clId="{0F7B47A0-16B6-4A23-8885-E9A1704BCDE3}" dt="2026-03-19T12:52:21.782" v="3270" actId="47"/>
        <pc:sldMkLst>
          <pc:docMk/>
          <pc:sldMk cId="3552374895" sldId="272"/>
        </pc:sldMkLst>
      </pc:sldChg>
      <pc:sldChg chg="modSp add mod">
        <pc:chgData name="Ciaran MacNamee" userId="69a45ed0f0931cfc" providerId="LiveId" clId="{0F7B47A0-16B6-4A23-8885-E9A1704BCDE3}" dt="2026-03-18T17:59:16.147" v="1638" actId="14100"/>
        <pc:sldMkLst>
          <pc:docMk/>
          <pc:sldMk cId="2089210249" sldId="273"/>
        </pc:sldMkLst>
        <pc:spChg chg="mod">
          <ac:chgData name="Ciaran MacNamee" userId="69a45ed0f0931cfc" providerId="LiveId" clId="{0F7B47A0-16B6-4A23-8885-E9A1704BCDE3}" dt="2026-03-18T17:32:57.446" v="1458" actId="20577"/>
          <ac:spMkLst>
            <pc:docMk/>
            <pc:sldMk cId="2089210249" sldId="273"/>
            <ac:spMk id="181250" creationId="{6EEB2C57-EDDC-2EDD-C584-6128DE051CF1}"/>
          </ac:spMkLst>
        </pc:spChg>
        <pc:spChg chg="mod">
          <ac:chgData name="Ciaran MacNamee" userId="69a45ed0f0931cfc" providerId="LiveId" clId="{0F7B47A0-16B6-4A23-8885-E9A1704BCDE3}" dt="2026-03-18T17:59:16.147" v="1638" actId="14100"/>
          <ac:spMkLst>
            <pc:docMk/>
            <pc:sldMk cId="2089210249" sldId="273"/>
            <ac:spMk id="181251" creationId="{C83DBE36-A0D6-DA41-B636-DC9226A41204}"/>
          </ac:spMkLst>
        </pc:spChg>
      </pc:sldChg>
      <pc:sldChg chg="addSp modSp new mod">
        <pc:chgData name="Ciaran MacNamee" userId="69a45ed0f0931cfc" providerId="LiveId" clId="{0F7B47A0-16B6-4A23-8885-E9A1704BCDE3}" dt="2026-03-18T18:07:50.850" v="1789" actId="20577"/>
        <pc:sldMkLst>
          <pc:docMk/>
          <pc:sldMk cId="850466673" sldId="274"/>
        </pc:sldMkLst>
        <pc:spChg chg="mod">
          <ac:chgData name="Ciaran MacNamee" userId="69a45ed0f0931cfc" providerId="LiveId" clId="{0F7B47A0-16B6-4A23-8885-E9A1704BCDE3}" dt="2026-03-18T18:07:50.850" v="1789" actId="20577"/>
          <ac:spMkLst>
            <pc:docMk/>
            <pc:sldMk cId="850466673" sldId="274"/>
            <ac:spMk id="2" creationId="{F55A9C3A-4727-F2F0-97D4-5D3423D89E60}"/>
          </ac:spMkLst>
        </pc:spChg>
        <pc:spChg chg="add mod">
          <ac:chgData name="Ciaran MacNamee" userId="69a45ed0f0931cfc" providerId="LiveId" clId="{0F7B47A0-16B6-4A23-8885-E9A1704BCDE3}" dt="2026-03-18T18:06:12.889" v="1783" actId="14100"/>
          <ac:spMkLst>
            <pc:docMk/>
            <pc:sldMk cId="850466673" sldId="274"/>
            <ac:spMk id="8" creationId="{5814CA98-11E9-A392-90FC-79FEAED36B94}"/>
          </ac:spMkLst>
        </pc:spChg>
        <pc:picChg chg="add mod">
          <ac:chgData name="Ciaran MacNamee" userId="69a45ed0f0931cfc" providerId="LiveId" clId="{0F7B47A0-16B6-4A23-8885-E9A1704BCDE3}" dt="2026-03-18T18:04:14.090" v="1666" actId="1076"/>
          <ac:picMkLst>
            <pc:docMk/>
            <pc:sldMk cId="850466673" sldId="274"/>
            <ac:picMk id="7" creationId="{0879B1EE-66D2-7280-A942-7455B719AFBE}"/>
          </ac:picMkLst>
        </pc:picChg>
        <pc:cxnChg chg="add mod">
          <ac:chgData name="Ciaran MacNamee" userId="69a45ed0f0931cfc" providerId="LiveId" clId="{0F7B47A0-16B6-4A23-8885-E9A1704BCDE3}" dt="2026-03-18T18:06:41.009" v="1785" actId="13822"/>
          <ac:cxnSpMkLst>
            <pc:docMk/>
            <pc:sldMk cId="850466673" sldId="274"/>
            <ac:cxnSpMk id="10" creationId="{C94F335A-5BC4-7FD1-0B55-D84A8B5EE1B6}"/>
          </ac:cxnSpMkLst>
        </pc:cxnChg>
      </pc:sldChg>
      <pc:sldChg chg="addSp modSp new mod">
        <pc:chgData name="Ciaran MacNamee" userId="69a45ed0f0931cfc" providerId="LiveId" clId="{0F7B47A0-16B6-4A23-8885-E9A1704BCDE3}" dt="2026-03-18T18:09:40.579" v="1939" actId="207"/>
        <pc:sldMkLst>
          <pc:docMk/>
          <pc:sldMk cId="4264568737" sldId="275"/>
        </pc:sldMkLst>
        <pc:spChg chg="mod">
          <ac:chgData name="Ciaran MacNamee" userId="69a45ed0f0931cfc" providerId="LiveId" clId="{0F7B47A0-16B6-4A23-8885-E9A1704BCDE3}" dt="2026-03-18T18:08:21.135" v="1820" actId="20577"/>
          <ac:spMkLst>
            <pc:docMk/>
            <pc:sldMk cId="4264568737" sldId="275"/>
            <ac:spMk id="2" creationId="{9BC88BED-5CCA-B8DC-502C-2DA32212F2B1}"/>
          </ac:spMkLst>
        </pc:spChg>
        <pc:spChg chg="add mod">
          <ac:chgData name="Ciaran MacNamee" userId="69a45ed0f0931cfc" providerId="LiveId" clId="{0F7B47A0-16B6-4A23-8885-E9A1704BCDE3}" dt="2026-03-18T18:09:40.579" v="1939" actId="207"/>
          <ac:spMkLst>
            <pc:docMk/>
            <pc:sldMk cId="4264568737" sldId="275"/>
            <ac:spMk id="8" creationId="{B5335AFA-6ADF-3BD3-3170-533ADEF218DF}"/>
          </ac:spMkLst>
        </pc:spChg>
        <pc:picChg chg="add mod">
          <ac:chgData name="Ciaran MacNamee" userId="69a45ed0f0931cfc" providerId="LiveId" clId="{0F7B47A0-16B6-4A23-8885-E9A1704BCDE3}" dt="2026-03-18T18:08:31.257" v="1822" actId="1076"/>
          <ac:picMkLst>
            <pc:docMk/>
            <pc:sldMk cId="4264568737" sldId="275"/>
            <ac:picMk id="7" creationId="{00D6D30F-5E05-37F5-D8CE-21DFCD8AF46D}"/>
          </ac:picMkLst>
        </pc:picChg>
      </pc:sldChg>
      <pc:sldChg chg="addSp delSp modSp add mod">
        <pc:chgData name="Ciaran MacNamee" userId="69a45ed0f0931cfc" providerId="LiveId" clId="{0F7B47A0-16B6-4A23-8885-E9A1704BCDE3}" dt="2026-03-19T12:24:04.704" v="2241" actId="13822"/>
        <pc:sldMkLst>
          <pc:docMk/>
          <pc:sldMk cId="4204068643" sldId="279"/>
        </pc:sldMkLst>
        <pc:spChg chg="mod">
          <ac:chgData name="Ciaran MacNamee" userId="69a45ed0f0931cfc" providerId="LiveId" clId="{0F7B47A0-16B6-4A23-8885-E9A1704BCDE3}" dt="2026-03-19T12:19:57.603" v="2142" actId="20577"/>
          <ac:spMkLst>
            <pc:docMk/>
            <pc:sldMk cId="4204068643" sldId="279"/>
            <ac:spMk id="2" creationId="{AF84365C-B076-0E89-DF2C-8C353085CA12}"/>
          </ac:spMkLst>
        </pc:spChg>
        <pc:spChg chg="mod ord">
          <ac:chgData name="Ciaran MacNamee" userId="69a45ed0f0931cfc" providerId="LiveId" clId="{0F7B47A0-16B6-4A23-8885-E9A1704BCDE3}" dt="2026-03-19T12:22:43.609" v="2178" actId="1076"/>
          <ac:spMkLst>
            <pc:docMk/>
            <pc:sldMk cId="4204068643" sldId="279"/>
            <ac:spMk id="14" creationId="{430689A3-93D0-5BD6-E11F-0D2F29042BB6}"/>
          </ac:spMkLst>
        </pc:spChg>
        <pc:spChg chg="add mod">
          <ac:chgData name="Ciaran MacNamee" userId="69a45ed0f0931cfc" providerId="LiveId" clId="{0F7B47A0-16B6-4A23-8885-E9A1704BCDE3}" dt="2026-03-19T12:23:55.276" v="2238" actId="1076"/>
          <ac:spMkLst>
            <pc:docMk/>
            <pc:sldMk cId="4204068643" sldId="279"/>
            <ac:spMk id="17" creationId="{FDA0E6BC-661D-27C5-0A5D-A7B426E91702}"/>
          </ac:spMkLst>
        </pc:spChg>
        <pc:picChg chg="add mod">
          <ac:chgData name="Ciaran MacNamee" userId="69a45ed0f0931cfc" providerId="LiveId" clId="{0F7B47A0-16B6-4A23-8885-E9A1704BCDE3}" dt="2026-03-19T12:22:43.609" v="2178" actId="1076"/>
          <ac:picMkLst>
            <pc:docMk/>
            <pc:sldMk cId="4204068643" sldId="279"/>
            <ac:picMk id="7" creationId="{EF44CA61-3D4B-EDF3-68A1-AA0C080D9FE7}"/>
          </ac:picMkLst>
        </pc:picChg>
        <pc:picChg chg="del">
          <ac:chgData name="Ciaran MacNamee" userId="69a45ed0f0931cfc" providerId="LiveId" clId="{0F7B47A0-16B6-4A23-8885-E9A1704BCDE3}" dt="2026-03-19T12:19:59.249" v="2143" actId="478"/>
          <ac:picMkLst>
            <pc:docMk/>
            <pc:sldMk cId="4204068643" sldId="279"/>
            <ac:picMk id="11" creationId="{21E00B46-ACE0-9D36-9776-ED34E227A912}"/>
          </ac:picMkLst>
        </pc:picChg>
        <pc:picChg chg="add mod">
          <ac:chgData name="Ciaran MacNamee" userId="69a45ed0f0931cfc" providerId="LiveId" clId="{0F7B47A0-16B6-4A23-8885-E9A1704BCDE3}" dt="2026-03-19T12:22:52.864" v="2179" actId="1076"/>
          <ac:picMkLst>
            <pc:docMk/>
            <pc:sldMk cId="4204068643" sldId="279"/>
            <ac:picMk id="15" creationId="{1FB8AD0D-16AF-6EE7-1F2C-B1F2258E3451}"/>
          </ac:picMkLst>
        </pc:picChg>
        <pc:cxnChg chg="mod ord">
          <ac:chgData name="Ciaran MacNamee" userId="69a45ed0f0931cfc" providerId="LiveId" clId="{0F7B47A0-16B6-4A23-8885-E9A1704BCDE3}" dt="2026-03-19T12:22:43.609" v="2178" actId="1076"/>
          <ac:cxnSpMkLst>
            <pc:docMk/>
            <pc:sldMk cId="4204068643" sldId="279"/>
            <ac:cxnSpMk id="16" creationId="{29CF8C24-DFCA-BABE-53E4-276E913D966C}"/>
          </ac:cxnSpMkLst>
        </pc:cxnChg>
        <pc:cxnChg chg="add mod">
          <ac:chgData name="Ciaran MacNamee" userId="69a45ed0f0931cfc" providerId="LiveId" clId="{0F7B47A0-16B6-4A23-8885-E9A1704BCDE3}" dt="2026-03-19T12:24:04.704" v="2241" actId="13822"/>
          <ac:cxnSpMkLst>
            <pc:docMk/>
            <pc:sldMk cId="4204068643" sldId="279"/>
            <ac:cxnSpMk id="19" creationId="{8122150D-C671-B0D6-0279-8280079BC04B}"/>
          </ac:cxnSpMkLst>
        </pc:cxnChg>
      </pc:sldChg>
      <pc:sldChg chg="addSp modSp new mod">
        <pc:chgData name="Ciaran MacNamee" userId="69a45ed0f0931cfc" providerId="LiveId" clId="{0F7B47A0-16B6-4A23-8885-E9A1704BCDE3}" dt="2026-03-19T12:38:35.272" v="2463" actId="13822"/>
        <pc:sldMkLst>
          <pc:docMk/>
          <pc:sldMk cId="399365526" sldId="280"/>
        </pc:sldMkLst>
        <pc:spChg chg="mod">
          <ac:chgData name="Ciaran MacNamee" userId="69a45ed0f0931cfc" providerId="LiveId" clId="{0F7B47A0-16B6-4A23-8885-E9A1704BCDE3}" dt="2026-03-19T12:34:12.221" v="2272" actId="20577"/>
          <ac:spMkLst>
            <pc:docMk/>
            <pc:sldMk cId="399365526" sldId="280"/>
            <ac:spMk id="2" creationId="{F3947B9E-9CF1-3A92-2A15-77F38856FFAB}"/>
          </ac:spMkLst>
        </pc:spChg>
        <pc:spChg chg="mod">
          <ac:chgData name="Ciaran MacNamee" userId="69a45ed0f0931cfc" providerId="LiveId" clId="{0F7B47A0-16B6-4A23-8885-E9A1704BCDE3}" dt="2026-03-19T12:35:07.699" v="2389" actId="6549"/>
          <ac:spMkLst>
            <pc:docMk/>
            <pc:sldMk cId="399365526" sldId="280"/>
            <ac:spMk id="3" creationId="{2C8639A3-180C-BCB4-E6BA-A26317DF868E}"/>
          </ac:spMkLst>
        </pc:spChg>
        <pc:spChg chg="add mod">
          <ac:chgData name="Ciaran MacNamee" userId="69a45ed0f0931cfc" providerId="LiveId" clId="{0F7B47A0-16B6-4A23-8885-E9A1704BCDE3}" dt="2026-03-19T12:37:44.015" v="2425" actId="1076"/>
          <ac:spMkLst>
            <pc:docMk/>
            <pc:sldMk cId="399365526" sldId="280"/>
            <ac:spMk id="11" creationId="{ACC693C3-6964-714E-7BCE-627D6A06181E}"/>
          </ac:spMkLst>
        </pc:spChg>
        <pc:spChg chg="add mod">
          <ac:chgData name="Ciaran MacNamee" userId="69a45ed0f0931cfc" providerId="LiveId" clId="{0F7B47A0-16B6-4A23-8885-E9A1704BCDE3}" dt="2026-03-19T12:38:20.258" v="2461" actId="1076"/>
          <ac:spMkLst>
            <pc:docMk/>
            <pc:sldMk cId="399365526" sldId="280"/>
            <ac:spMk id="19" creationId="{8CDC9997-472D-2422-5C48-16B504EAD9A0}"/>
          </ac:spMkLst>
        </pc:spChg>
        <pc:picChg chg="add mod">
          <ac:chgData name="Ciaran MacNamee" userId="69a45ed0f0931cfc" providerId="LiveId" clId="{0F7B47A0-16B6-4A23-8885-E9A1704BCDE3}" dt="2026-03-19T12:37:27.503" v="2422" actId="1076"/>
          <ac:picMkLst>
            <pc:docMk/>
            <pc:sldMk cId="399365526" sldId="280"/>
            <ac:picMk id="8" creationId="{447C340F-1F20-161D-577F-7DA5205E8026}"/>
          </ac:picMkLst>
        </pc:picChg>
        <pc:picChg chg="add mod">
          <ac:chgData name="Ciaran MacNamee" userId="69a45ed0f0931cfc" providerId="LiveId" clId="{0F7B47A0-16B6-4A23-8885-E9A1704BCDE3}" dt="2026-03-19T12:37:38.897" v="2424" actId="1076"/>
          <ac:picMkLst>
            <pc:docMk/>
            <pc:sldMk cId="399365526" sldId="280"/>
            <ac:picMk id="16" creationId="{6D8EBE3E-F93E-7B43-F3BB-033ADF593E6D}"/>
          </ac:picMkLst>
        </pc:picChg>
        <pc:cxnChg chg="add mod">
          <ac:chgData name="Ciaran MacNamee" userId="69a45ed0f0931cfc" providerId="LiveId" clId="{0F7B47A0-16B6-4A23-8885-E9A1704BCDE3}" dt="2026-03-19T12:37:53.255" v="2428" actId="14100"/>
          <ac:cxnSpMkLst>
            <pc:docMk/>
            <pc:sldMk cId="399365526" sldId="280"/>
            <ac:cxnSpMk id="10" creationId="{C9274970-70CF-E011-99A0-5C1FE0F8E7D6}"/>
          </ac:cxnSpMkLst>
        </pc:cxnChg>
        <pc:cxnChg chg="add mod">
          <ac:chgData name="Ciaran MacNamee" userId="69a45ed0f0931cfc" providerId="LiveId" clId="{0F7B47A0-16B6-4A23-8885-E9A1704BCDE3}" dt="2026-03-19T12:38:35.272" v="2463" actId="13822"/>
          <ac:cxnSpMkLst>
            <pc:docMk/>
            <pc:sldMk cId="399365526" sldId="280"/>
            <ac:cxnSpMk id="21" creationId="{E3E27524-0FBB-3886-15A8-337B944B8AE3}"/>
          </ac:cxnSpMkLst>
        </pc:cxnChg>
      </pc:sldChg>
      <pc:sldChg chg="modSp new mod">
        <pc:chgData name="Ciaran MacNamee" userId="69a45ed0f0931cfc" providerId="LiveId" clId="{0F7B47A0-16B6-4A23-8885-E9A1704BCDE3}" dt="2026-03-19T12:53:40.344" v="3354" actId="114"/>
        <pc:sldMkLst>
          <pc:docMk/>
          <pc:sldMk cId="4099960211" sldId="281"/>
        </pc:sldMkLst>
        <pc:spChg chg="mod">
          <ac:chgData name="Ciaran MacNamee" userId="69a45ed0f0931cfc" providerId="LiveId" clId="{0F7B47A0-16B6-4A23-8885-E9A1704BCDE3}" dt="2026-03-19T12:48:40.827" v="2948" actId="20577"/>
          <ac:spMkLst>
            <pc:docMk/>
            <pc:sldMk cId="4099960211" sldId="281"/>
            <ac:spMk id="2" creationId="{732476F8-A2A0-1BB4-5E79-1BF44D5D4AD2}"/>
          </ac:spMkLst>
        </pc:spChg>
        <pc:spChg chg="mod">
          <ac:chgData name="Ciaran MacNamee" userId="69a45ed0f0931cfc" providerId="LiveId" clId="{0F7B47A0-16B6-4A23-8885-E9A1704BCDE3}" dt="2026-03-19T12:53:40.344" v="3354" actId="114"/>
          <ac:spMkLst>
            <pc:docMk/>
            <pc:sldMk cId="4099960211" sldId="281"/>
            <ac:spMk id="3" creationId="{9AF6E795-2D8A-5176-53A2-037D9615FC7B}"/>
          </ac:spMkLst>
        </pc:spChg>
      </pc:sldChg>
      <pc:sldChg chg="addSp modSp new mod ord">
        <pc:chgData name="Ciaran MacNamee" userId="69a45ed0f0931cfc" providerId="LiveId" clId="{0F7B47A0-16B6-4A23-8885-E9A1704BCDE3}" dt="2026-03-19T12:48:17.199" v="2940"/>
        <pc:sldMkLst>
          <pc:docMk/>
          <pc:sldMk cId="2671205731" sldId="282"/>
        </pc:sldMkLst>
        <pc:spChg chg="mod">
          <ac:chgData name="Ciaran MacNamee" userId="69a45ed0f0931cfc" providerId="LiveId" clId="{0F7B47A0-16B6-4A23-8885-E9A1704BCDE3}" dt="2026-03-19T12:46:09.865" v="2785" actId="20577"/>
          <ac:spMkLst>
            <pc:docMk/>
            <pc:sldMk cId="2671205731" sldId="282"/>
            <ac:spMk id="2" creationId="{D07F21E1-0730-01C7-ABCE-51B22D6290A7}"/>
          </ac:spMkLst>
        </pc:spChg>
        <pc:spChg chg="add mod">
          <ac:chgData name="Ciaran MacNamee" userId="69a45ed0f0931cfc" providerId="LiveId" clId="{0F7B47A0-16B6-4A23-8885-E9A1704BCDE3}" dt="2026-03-19T12:48:11.138" v="2938" actId="207"/>
          <ac:spMkLst>
            <pc:docMk/>
            <pc:sldMk cId="2671205731" sldId="282"/>
            <ac:spMk id="8" creationId="{0A8BB9E3-07BF-78DF-9E28-E73F23E8333E}"/>
          </ac:spMkLst>
        </pc:spChg>
        <pc:picChg chg="add mod">
          <ac:chgData name="Ciaran MacNamee" userId="69a45ed0f0931cfc" providerId="LiveId" clId="{0F7B47A0-16B6-4A23-8885-E9A1704BCDE3}" dt="2026-03-19T12:46:51.443" v="2789" actId="1076"/>
          <ac:picMkLst>
            <pc:docMk/>
            <pc:sldMk cId="2671205731" sldId="282"/>
            <ac:picMk id="7" creationId="{89EA2ABD-A78A-20F2-7CFB-F71C30D352BE}"/>
          </ac:picMkLst>
        </pc:picChg>
      </pc:sldChg>
      <pc:sldChg chg="addSp modSp new mod ord">
        <pc:chgData name="Ciaran MacNamee" userId="69a45ed0f0931cfc" providerId="LiveId" clId="{0F7B47A0-16B6-4A23-8885-E9A1704BCDE3}" dt="2026-03-19T12:52:40.963" v="3275" actId="1076"/>
        <pc:sldMkLst>
          <pc:docMk/>
          <pc:sldMk cId="2383400322" sldId="283"/>
        </pc:sldMkLst>
        <pc:spChg chg="mod">
          <ac:chgData name="Ciaran MacNamee" userId="69a45ed0f0931cfc" providerId="LiveId" clId="{0F7B47A0-16B6-4A23-8885-E9A1704BCDE3}" dt="2026-03-19T12:49:51.174" v="3070" actId="20577"/>
          <ac:spMkLst>
            <pc:docMk/>
            <pc:sldMk cId="2383400322" sldId="283"/>
            <ac:spMk id="2" creationId="{955E9D27-BFD4-D1C6-3A0B-8514717EEB00}"/>
          </ac:spMkLst>
        </pc:spChg>
        <pc:spChg chg="add mod">
          <ac:chgData name="Ciaran MacNamee" userId="69a45ed0f0931cfc" providerId="LiveId" clId="{0F7B47A0-16B6-4A23-8885-E9A1704BCDE3}" dt="2026-03-19T12:52:36.050" v="3273" actId="14100"/>
          <ac:spMkLst>
            <pc:docMk/>
            <pc:sldMk cId="2383400322" sldId="283"/>
            <ac:spMk id="8" creationId="{D3EAFCD4-FDBC-35EE-2592-EF747D1E5F7F}"/>
          </ac:spMkLst>
        </pc:spChg>
        <pc:picChg chg="add mod">
          <ac:chgData name="Ciaran MacNamee" userId="69a45ed0f0931cfc" providerId="LiveId" clId="{0F7B47A0-16B6-4A23-8885-E9A1704BCDE3}" dt="2026-03-19T12:52:40.963" v="3275" actId="1076"/>
          <ac:picMkLst>
            <pc:docMk/>
            <pc:sldMk cId="2383400322" sldId="283"/>
            <ac:picMk id="7" creationId="{49449A0B-5BD5-8E76-F0CA-3FCECF123EA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B8789A-6880-4222-B427-EE97DDDE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FCB9B-BF94-4D24-9204-6A57505299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120" y="0"/>
            <a:ext cx="2971336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45CD64C-0B54-441C-97C5-7C071B8A6CA0}" type="datetimeFigureOut">
              <a:rPr lang="en-IE"/>
              <a:pPr>
                <a:defRPr/>
              </a:pPr>
              <a:t>19/03/2026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4906E-0917-40FB-B176-F28752B60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647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4F16C-54D3-4AE0-90F5-EBF279BFC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120" y="9446470"/>
            <a:ext cx="2971336" cy="497536"/>
          </a:xfrm>
          <a:prstGeom prst="rect">
            <a:avLst/>
          </a:prstGeom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E9BB88-4594-452D-97CF-DBF539BC167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5434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98C2741-2BDD-48D5-86A8-EC87CA7704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0C64AE7-5771-4C10-A0C5-8D17B98165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5120" y="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30988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FCE66508-9FA6-46C8-9854-34103033F9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337" y="4724917"/>
            <a:ext cx="5487326" cy="4474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80F41B3-29AB-420A-BD01-FA1262759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47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454F4F7-A6DF-4F56-806B-AB9A342F5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120" y="944647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D78038-9F06-419B-A634-E48307815C35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84128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30988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D78038-9F06-419B-A634-E48307815C35}" type="slidenum">
              <a:rPr lang="en-IE" altLang="en-US" smtClean="0"/>
              <a:pPr/>
              <a:t>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84888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400"/>
            </a:lvl1pPr>
          </a:lstStyle>
          <a:p>
            <a:pPr lvl="0"/>
            <a:r>
              <a:rPr lang="en-IE" altLang="en-US" noProof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IE" altLang="en-US" noProof="0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E628FB-ACFE-48A4-B69E-F28FD7759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FEC5AF-4338-43D6-B111-46449E451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2578602-52F6-407A-94C1-934E6D89C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B795E-2992-41FB-9AFE-FDD23EF301EC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31221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FABE9-A1F0-4D25-A546-B48E1EC44F84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68682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1173D2-418A-47DD-A23C-C5D14B0AAB3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1501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74E5F-DAEC-4CA2-8834-37FB243B2B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031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58BCF-E64A-438B-BFF1-976839A23CF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0606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8CAD8-78B5-4715-9523-5EB050334FB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7725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28AD9-E164-47E9-A133-BC0A8A9B86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3190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F5495F-ABC7-4D7D-AACD-1388F0121A21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9634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A50F8-407A-4F90-8D31-B36F606E59D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556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A2425E-98D4-4FBF-AF67-8C9D6C7FC7FE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7722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88913"/>
            <a:ext cx="2743200" cy="5942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8913"/>
            <a:ext cx="8026400" cy="5942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0B3FF-503E-44DE-B03C-217DF22481CF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2078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8913"/>
            <a:ext cx="10972800" cy="647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08050"/>
            <a:ext cx="10972800" cy="5222875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D60EC2-F83B-4EA5-89D7-D13ADD964D29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112597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1CFBA-08CB-45A1-9985-EF82ADAB39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800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4263E-8DEB-43AE-B3A3-53F686D36A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91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8913"/>
            <a:ext cx="109728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08050"/>
            <a:ext cx="10972800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text styles</a:t>
            </a:r>
          </a:p>
          <a:p>
            <a:pPr lvl="1"/>
            <a:r>
              <a:rPr lang="en-IE" altLang="en-US"/>
              <a:t>Second level</a:t>
            </a:r>
          </a:p>
          <a:p>
            <a:pPr lvl="2"/>
            <a:r>
              <a:rPr lang="en-IE" altLang="en-US"/>
              <a:t>Third level</a:t>
            </a:r>
          </a:p>
          <a:p>
            <a:pPr lvl="3"/>
            <a:r>
              <a:rPr lang="en-IE" altLang="en-US"/>
              <a:t>Fourth level</a:t>
            </a:r>
          </a:p>
          <a:p>
            <a:pPr lvl="4"/>
            <a:r>
              <a:rPr lang="en-IE" altLang="en-US"/>
              <a:t>Fifth level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03B3636E-62EF-4D06-B875-1EED8D9631B0}" type="slidenum">
              <a:rPr lang="en-IE" altLang="en-US"/>
              <a:pPr/>
              <a:t>‹#›</a:t>
            </a:fld>
            <a:endParaRPr lang="en-IE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704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805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355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287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220133" y="9779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29734" y="1524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04285" y="9429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12851" y="176214"/>
            <a:ext cx="10729383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1" y="1192213"/>
            <a:ext cx="11311467" cy="49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693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7267" y="62182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693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2267" y="6243638"/>
            <a:ext cx="49953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Session 5</a:t>
            </a:r>
            <a:endParaRPr lang="en-US" dirty="0"/>
          </a:p>
        </p:txBody>
      </p:sp>
      <p:sp>
        <p:nvSpPr>
          <p:cNvPr id="5693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D81562D7-3287-490A-A831-988E1CD917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0" r:id="rId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Spring 2026</a:t>
            </a:r>
            <a:endParaRPr lang="en-IE" altLang="en-US" sz="1000" dirty="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IE" altLang="en-US" sz="1000"/>
              <a:t>Session 5</a:t>
            </a: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B4A196-E8AA-441C-B267-4C29E5FE499F}" type="slidenum">
              <a:rPr lang="en-IE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IE" altLang="en-US" sz="10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3432" y="1524000"/>
            <a:ext cx="10395768" cy="1752600"/>
          </a:xfrm>
        </p:spPr>
        <p:txBody>
          <a:bodyPr/>
          <a:lstStyle/>
          <a:p>
            <a:pPr eaLnBrk="1" hangingPunct="1"/>
            <a:br>
              <a:rPr lang="en-IE" altLang="en-US" sz="3200" dirty="0"/>
            </a:br>
            <a:r>
              <a:rPr lang="en-IE" altLang="en-US" sz="3200" dirty="0"/>
              <a:t>Introduction to Embedded Systems using Arduino</a:t>
            </a:r>
            <a:endParaRPr lang="en-IE" altLang="en-US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0507" y="4365104"/>
            <a:ext cx="10395768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Session 5: </a:t>
            </a:r>
            <a:r>
              <a:rPr lang="en-GB" altLang="en-US" sz="2400" dirty="0"/>
              <a:t>Temperature and Humidity Measurement on the Multifunction Shield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Programming using Methods, Functions or Subroutines</a:t>
            </a:r>
            <a:endParaRPr lang="en-IE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Dr Ciaran MacNamee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SimSun" charset="-122"/>
              </a:rPr>
              <a:t>What we’ll do today: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We’ll use a device called DHT11 on the Multifunction Shield</a:t>
            </a:r>
          </a:p>
          <a:p>
            <a:r>
              <a:rPr lang="en-IE" dirty="0"/>
              <a:t>It can be used to measure Temperature and Humidity</a:t>
            </a:r>
          </a:p>
          <a:p>
            <a:r>
              <a:rPr lang="en-IE" dirty="0"/>
              <a:t>We’ll also have a look at a data type called float that allows computers to work with numbers like 3.92 and so on</a:t>
            </a:r>
          </a:p>
          <a:p>
            <a:endParaRPr lang="en-IE" dirty="0"/>
          </a:p>
          <a:p>
            <a:r>
              <a:rPr lang="en-IE" dirty="0"/>
              <a:t>We’ll see how programmers use functions (also called methods or subroutines) to make programs more modular and easier to design, maintain and reuse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22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6" name="Rectangle 4"/>
          <p:cNvSpPr>
            <a:spLocks noGrp="1" noChangeArrowheads="1"/>
          </p:cNvSpPr>
          <p:nvPr>
            <p:ph type="title"/>
          </p:nvPr>
        </p:nvSpPr>
        <p:spPr>
          <a:xfrm>
            <a:off x="1055441" y="115888"/>
            <a:ext cx="9155360" cy="576262"/>
          </a:xfrm>
        </p:spPr>
        <p:txBody>
          <a:bodyPr/>
          <a:lstStyle/>
          <a:p>
            <a:pPr eaLnBrk="1" hangingPunct="1">
              <a:defRPr/>
            </a:pPr>
            <a:r>
              <a:rPr lang="en-IE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Multifunction Shield Diagram</a:t>
            </a:r>
            <a:endParaRPr 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Session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83F5A-6E05-4572-BB64-716C8572B77D}" type="slidenum">
              <a:rPr lang="en-GB"/>
              <a:pPr>
                <a:defRPr/>
              </a:pPr>
              <a:t>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06352-029F-8825-FEE0-8253EA876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00" y="690467"/>
            <a:ext cx="9849944" cy="6167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ED7AC-70C5-B5A8-0D6D-CF2751A175C8}"/>
              </a:ext>
            </a:extLst>
          </p:cNvPr>
          <p:cNvSpPr txBox="1"/>
          <p:nvPr/>
        </p:nvSpPr>
        <p:spPr>
          <a:xfrm>
            <a:off x="7824192" y="404019"/>
            <a:ext cx="2625655" cy="461665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400" dirty="0">
                <a:solidFill>
                  <a:srgbClr val="FFFF00"/>
                </a:solidFill>
              </a:rPr>
              <a:t>This is the DHT11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FA4F8E-8C41-1B49-CD0F-C79250EBC4E0}"/>
              </a:ext>
            </a:extLst>
          </p:cNvPr>
          <p:cNvCxnSpPr/>
          <p:nvPr/>
        </p:nvCxnSpPr>
        <p:spPr bwMode="auto">
          <a:xfrm flipH="1">
            <a:off x="4943872" y="908720"/>
            <a:ext cx="4032448" cy="57606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Session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F96B54-D766-4682-97B6-7A3FC2ED2D37}" type="slidenum">
              <a:rPr lang="en-GB"/>
              <a:pPr>
                <a:defRPr/>
              </a:pPr>
              <a:t>4</a:t>
            </a:fld>
            <a:endParaRPr lang="en-GB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1" y="178028"/>
            <a:ext cx="10946101" cy="503237"/>
          </a:xfrm>
        </p:spPr>
        <p:txBody>
          <a:bodyPr/>
          <a:lstStyle/>
          <a:p>
            <a:pPr eaLnBrk="1" hangingPunct="1">
              <a:defRPr/>
            </a:pPr>
            <a:r>
              <a:rPr lang="en-IE" sz="3200" dirty="0"/>
              <a:t>DHT11 and its interfaces (1)</a:t>
            </a:r>
            <a:endParaRPr lang="en-US" sz="3200" dirty="0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993775"/>
            <a:ext cx="10857325" cy="5543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IE" dirty="0"/>
              <a:t>The DHT11 uses only one digital pin to communicate with a host computer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dirty="0"/>
              <a:t>But this simple hardware interface means the software to interface to the DHT11 chip is quite complicated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dirty="0"/>
              <a:t>So we will use a Library Function to allow us to work with this chip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dirty="0"/>
              <a:t>This has some very important lessons common to all programming work</a:t>
            </a:r>
          </a:p>
        </p:txBody>
      </p:sp>
    </p:spTree>
    <p:extLst>
      <p:ext uri="{BB962C8B-B14F-4D97-AF65-F5344CB8AC3E}">
        <p14:creationId xmlns:p14="http://schemas.microsoft.com/office/powerpoint/2010/main" val="281345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E7B6-E002-C9F7-DB38-421F378E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6BDAB-0145-4562-C00C-64CAF3C7B5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79ED-1926-1F95-7500-24A66F1A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Session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A367-DD54-826A-FC95-DFD82E85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F96B54-D766-4682-97B6-7A3FC2ED2D37}" type="slidenum">
              <a:rPr lang="en-GB"/>
              <a:pPr>
                <a:defRPr/>
              </a:pPr>
              <a:t>5</a:t>
            </a:fld>
            <a:endParaRPr lang="en-GB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6EEB2C57-EDDC-2EDD-C584-6128DE051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431" y="178028"/>
            <a:ext cx="10946101" cy="503237"/>
          </a:xfrm>
        </p:spPr>
        <p:txBody>
          <a:bodyPr/>
          <a:lstStyle/>
          <a:p>
            <a:pPr eaLnBrk="1" hangingPunct="1">
              <a:defRPr/>
            </a:pPr>
            <a:r>
              <a:rPr lang="en-IE" sz="3200" dirty="0"/>
              <a:t>DHT11 Library Function</a:t>
            </a:r>
            <a:endParaRPr lang="en-US" sz="3200" dirty="0"/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C83DBE36-A0D6-DA41-B636-DC9226A41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408" y="993775"/>
            <a:ext cx="10857325" cy="52244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IE" dirty="0"/>
              <a:t>We use a DHT11 Library Function (from Adafruit) to allow us to use the DHT11 more easily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IE" dirty="0"/>
              <a:t>Idea of a Library Function: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arenR"/>
              <a:defRPr/>
            </a:pPr>
            <a:r>
              <a:rPr lang="en-IE" dirty="0"/>
              <a:t>Hide the low level details from the levels above it – interface by means of inputs and outputs and effects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arenR"/>
              <a:defRPr/>
            </a:pPr>
            <a:r>
              <a:rPr lang="en-IE" dirty="0"/>
              <a:t>Create a library function to allow this device to be used in many programs and applications, without forcing programmers to learn about the low level details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arenR"/>
              <a:defRPr/>
            </a:pPr>
            <a:r>
              <a:rPr lang="en-IE" dirty="0"/>
              <a:t>Hiding the details makes programs modular, so they’re easier to design debug and maintain </a:t>
            </a:r>
          </a:p>
        </p:txBody>
      </p:sp>
    </p:spTree>
    <p:extLst>
      <p:ext uri="{BB962C8B-B14F-4D97-AF65-F5344CB8AC3E}">
        <p14:creationId xmlns:p14="http://schemas.microsoft.com/office/powerpoint/2010/main" val="208921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9C3A-4727-F2F0-97D4-5D3423D8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Arduino Library Manager (1)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87EE2-AE6A-D128-7FAE-20798DBE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05F78-7DDB-784E-72ED-991BADC1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FEA81-DA8D-F2A5-6139-C9F4D75E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6</a:t>
            </a:fld>
            <a:endParaRPr lang="en-IE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9B1EE-66D2-7280-A942-7455B719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010223"/>
            <a:ext cx="7744906" cy="5477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14CA98-11E9-A392-90FC-79FEAED36B94}"/>
              </a:ext>
            </a:extLst>
          </p:cNvPr>
          <p:cNvSpPr txBox="1"/>
          <p:nvPr/>
        </p:nvSpPr>
        <p:spPr>
          <a:xfrm>
            <a:off x="8544272" y="1268760"/>
            <a:ext cx="3384376" cy="267765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FF00"/>
                </a:solidFill>
              </a:rPr>
              <a:t>First find the Library Manager </a:t>
            </a:r>
          </a:p>
          <a:p>
            <a:r>
              <a:rPr lang="en-GB" sz="2400" dirty="0">
                <a:solidFill>
                  <a:srgbClr val="FFFF00"/>
                </a:solidFill>
              </a:rPr>
              <a:t>You could go Tools -&gt; Manage Libraries</a:t>
            </a:r>
          </a:p>
          <a:p>
            <a:endParaRPr lang="en-GB" sz="2400" dirty="0">
              <a:solidFill>
                <a:srgbClr val="FFFF00"/>
              </a:solidFill>
            </a:endParaRPr>
          </a:p>
          <a:p>
            <a:r>
              <a:rPr lang="en-GB" sz="2400" dirty="0">
                <a:solidFill>
                  <a:srgbClr val="FFFF00"/>
                </a:solidFill>
              </a:rPr>
              <a:t>But it’s easier to use  this icon</a:t>
            </a:r>
            <a:endParaRPr lang="en-IE" sz="2400" dirty="0">
              <a:solidFill>
                <a:srgbClr val="FFFF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4F335A-5BC4-7FD1-0B55-D84A8B5EE1B6}"/>
              </a:ext>
            </a:extLst>
          </p:cNvPr>
          <p:cNvCxnSpPr/>
          <p:nvPr/>
        </p:nvCxnSpPr>
        <p:spPr>
          <a:xfrm flipH="1">
            <a:off x="1055440" y="3573016"/>
            <a:ext cx="7488832" cy="432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466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8BED-5CCA-B8DC-502C-2DA32212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Arduino Library Manager (2)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CECA7-A0D4-61A9-5DCB-9E838ED6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80D84-F88C-67EE-8622-71C9C314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929C0-58E5-6254-853D-D0CCD0C3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7</a:t>
            </a:fld>
            <a:endParaRPr lang="en-IE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6D30F-5E05-37F5-D8CE-21DFCD8AF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598" y="6446"/>
            <a:ext cx="419440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335AFA-6ADF-3BD3-3170-533ADEF218DF}"/>
              </a:ext>
            </a:extLst>
          </p:cNvPr>
          <p:cNvSpPr txBox="1"/>
          <p:nvPr/>
        </p:nvSpPr>
        <p:spPr>
          <a:xfrm>
            <a:off x="1631504" y="1844824"/>
            <a:ext cx="4835811" cy="1200329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FF00"/>
                </a:solidFill>
              </a:rPr>
              <a:t>We see a list of available libraries.</a:t>
            </a:r>
          </a:p>
          <a:p>
            <a:r>
              <a:rPr lang="en-GB" sz="2400" dirty="0">
                <a:solidFill>
                  <a:srgbClr val="FFFF00"/>
                </a:solidFill>
              </a:rPr>
              <a:t>Some have already been installed</a:t>
            </a:r>
          </a:p>
          <a:p>
            <a:r>
              <a:rPr lang="en-GB" sz="2400" dirty="0">
                <a:solidFill>
                  <a:srgbClr val="FFFF00"/>
                </a:solidFill>
              </a:rPr>
              <a:t>Others still need to be installed </a:t>
            </a:r>
            <a:endParaRPr lang="en-IE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6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D013-2983-33B1-4AFB-A7F6731C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Library Manager (3)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A4570-A07F-D613-5A7F-66348928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08223-97B8-4F47-A657-DC826C08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E9181-F57C-2865-1CF5-2DBF7F41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8</a:t>
            </a:fld>
            <a:endParaRPr lang="en-IE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94CF4-CADA-655E-72B3-1101AF1FA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49" y="973484"/>
            <a:ext cx="2715004" cy="5115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1ABD92-FEA0-B595-5A6D-3D6190E56297}"/>
              </a:ext>
            </a:extLst>
          </p:cNvPr>
          <p:cNvSpPr txBox="1"/>
          <p:nvPr/>
        </p:nvSpPr>
        <p:spPr>
          <a:xfrm>
            <a:off x="3647728" y="856357"/>
            <a:ext cx="8123168" cy="600164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Enter dht11 in the text box – a large number of libraries will appear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Scroll down until you find the DHT sensor library by Adafruit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Adafruit provide some of the best available library functions for Arduino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Select Install to add the library to your Arduino IDE </a:t>
            </a:r>
          </a:p>
          <a:p>
            <a:r>
              <a:rPr lang="en-US" sz="2400" dirty="0">
                <a:solidFill>
                  <a:srgbClr val="FFFF00"/>
                </a:solidFill>
              </a:rPr>
              <a:t>(If it has already been installed, you’ll see Remove instead of Install: DO NOT Remove it – it’s fine!)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If prompted, installed any supporting Adafruit libraries too)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endParaRPr lang="en-IE" sz="2400" dirty="0">
              <a:solidFill>
                <a:srgbClr val="FFFF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CEFD5A-FD5F-195B-33F6-3FCE5C012517}"/>
              </a:ext>
            </a:extLst>
          </p:cNvPr>
          <p:cNvCxnSpPr/>
          <p:nvPr/>
        </p:nvCxnSpPr>
        <p:spPr>
          <a:xfrm flipH="1">
            <a:off x="2825301" y="2708920"/>
            <a:ext cx="936104" cy="1296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81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DE71-AF59-9587-7FE6-3162CF85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Library Manager (4)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1A008-8CD1-2914-92BD-61D1044F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F60CD-492D-0D7C-BA93-12CF304B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B9CA0-34C5-ECE6-94E8-94CE2776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9</a:t>
            </a:fld>
            <a:endParaRPr lang="en-IE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3382C-1F3A-C7C5-13D3-92589AB8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980728"/>
            <a:ext cx="8640381" cy="46488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FE5DB1-9E5D-0B93-043B-31F82C715E01}"/>
              </a:ext>
            </a:extLst>
          </p:cNvPr>
          <p:cNvSpPr txBox="1"/>
          <p:nvPr/>
        </p:nvSpPr>
        <p:spPr>
          <a:xfrm>
            <a:off x="9624393" y="1484784"/>
            <a:ext cx="2160240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Select the INSTALL ALL option</a:t>
            </a:r>
            <a:endParaRPr lang="en-IE" sz="2400" dirty="0">
              <a:solidFill>
                <a:srgbClr val="FFFF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BEEFEC-03B3-75B2-E902-23DAE00CB860}"/>
              </a:ext>
            </a:extLst>
          </p:cNvPr>
          <p:cNvCxnSpPr/>
          <p:nvPr/>
        </p:nvCxnSpPr>
        <p:spPr>
          <a:xfrm flipH="1">
            <a:off x="8400256" y="2636912"/>
            <a:ext cx="1296144" cy="2232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79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57F4-C4CC-5C6A-F2B1-A5A1CBE8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AF85-A79A-A49F-24E0-95FA176D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Library Manager (5)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B8290-3A22-D66B-5903-20DAAB38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7E42E-984D-314D-3249-8F3ECF42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ABFFF-F629-3559-C7EE-167AD3DD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10</a:t>
            </a:fld>
            <a:endParaRPr lang="en-IE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94BB9-4937-5192-BF65-805F8553017A}"/>
              </a:ext>
            </a:extLst>
          </p:cNvPr>
          <p:cNvSpPr txBox="1"/>
          <p:nvPr/>
        </p:nvSpPr>
        <p:spPr>
          <a:xfrm>
            <a:off x="7539430" y="1780074"/>
            <a:ext cx="2232248" cy="156966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When complete you will see a screen like this</a:t>
            </a:r>
            <a:endParaRPr lang="en-IE" sz="2400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06A5-8ACA-F119-CECF-65499490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75" y="710637"/>
            <a:ext cx="6011114" cy="61540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C26660-0ECC-F8C5-F1B9-10D6046B5166}"/>
              </a:ext>
            </a:extLst>
          </p:cNvPr>
          <p:cNvCxnSpPr>
            <a:cxnSpLocks/>
          </p:cNvCxnSpPr>
          <p:nvPr/>
        </p:nvCxnSpPr>
        <p:spPr>
          <a:xfrm flipH="1">
            <a:off x="2423592" y="2564904"/>
            <a:ext cx="5112568" cy="21602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79DAAF-06C1-A80A-6A74-CA2CA80B7E1B}"/>
              </a:ext>
            </a:extLst>
          </p:cNvPr>
          <p:cNvSpPr txBox="1"/>
          <p:nvPr/>
        </p:nvSpPr>
        <p:spPr>
          <a:xfrm>
            <a:off x="7824192" y="4149080"/>
            <a:ext cx="3249608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Now we’re ready to go</a:t>
            </a:r>
            <a:endParaRPr lang="en-IE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66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DHT Example (1)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11</a:t>
            </a:fld>
            <a:endParaRPr lang="en-US" altLang="en-US"/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8817429" y="1328057"/>
            <a:ext cx="96882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35AA0AD-7946-EB72-FA28-115A59F8A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267" y="1010046"/>
            <a:ext cx="8628573" cy="56463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2F5997-C89F-7721-32E7-59FD3A20DAB1}"/>
              </a:ext>
            </a:extLst>
          </p:cNvPr>
          <p:cNvSpPr txBox="1"/>
          <p:nvPr/>
        </p:nvSpPr>
        <p:spPr>
          <a:xfrm>
            <a:off x="5591944" y="86716"/>
            <a:ext cx="5909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Navigate to github.com/CiaranW5/</a:t>
            </a:r>
            <a:r>
              <a:rPr lang="en-IE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SteamCourse</a:t>
            </a:r>
            <a:endParaRPr lang="en-IE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E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select Example Sketches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9D825F-5E21-B23B-3B4F-64DE56706B85}"/>
              </a:ext>
            </a:extLst>
          </p:cNvPr>
          <p:cNvSpPr txBox="1"/>
          <p:nvPr/>
        </p:nvSpPr>
        <p:spPr>
          <a:xfrm>
            <a:off x="577037" y="2564904"/>
            <a:ext cx="5179623" cy="400110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Select </a:t>
            </a:r>
            <a:r>
              <a:rPr lang="en-IE" sz="2000" dirty="0" err="1">
                <a:solidFill>
                  <a:srgbClr val="FFFF00"/>
                </a:solidFill>
              </a:rPr>
              <a:t>DHT_Unified_Sensor_MF_Shield.ino</a:t>
            </a:r>
            <a:endParaRPr lang="en-IE" sz="2000" dirty="0">
              <a:solidFill>
                <a:srgbClr val="FFFF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29329A-67C9-D7B4-2EE9-C37CF4EDB795}"/>
              </a:ext>
            </a:extLst>
          </p:cNvPr>
          <p:cNvCxnSpPr/>
          <p:nvPr/>
        </p:nvCxnSpPr>
        <p:spPr bwMode="auto">
          <a:xfrm>
            <a:off x="4151784" y="2965014"/>
            <a:ext cx="4248472" cy="28402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677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762B-5F41-6D17-2857-ABD72E78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365C-B076-0E89-DF2C-8C353085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DHT Example (2)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32F9CC-9D8E-0EC8-029E-095E6A95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46F09-8843-D850-3DB2-21BCD2AB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819B7-8101-48F1-37E4-19F0D889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12</a:t>
            </a:fld>
            <a:endParaRPr lang="en-US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40E5F5-4C3A-B5E0-F51C-0B6307DA921C}"/>
              </a:ext>
            </a:extLst>
          </p:cNvPr>
          <p:cNvCxnSpPr/>
          <p:nvPr/>
        </p:nvCxnSpPr>
        <p:spPr bwMode="auto">
          <a:xfrm>
            <a:off x="8817429" y="1328057"/>
            <a:ext cx="96882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F32CB6C-B43A-6014-B0CE-B87D6E27EA87}"/>
              </a:ext>
            </a:extLst>
          </p:cNvPr>
          <p:cNvSpPr txBox="1"/>
          <p:nvPr/>
        </p:nvSpPr>
        <p:spPr>
          <a:xfrm>
            <a:off x="5591944" y="86716"/>
            <a:ext cx="5909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Navigate to github.com/CiaranW5/</a:t>
            </a:r>
            <a:r>
              <a:rPr lang="en-IE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SteamCourse</a:t>
            </a:r>
            <a:endParaRPr lang="en-IE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E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select Example Sketches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44CA61-3D4B-EDF3-68A1-AA0C080D9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469"/>
            <a:ext cx="12192000" cy="27745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0689A3-93D0-5BD6-E11F-0D2F29042BB6}"/>
              </a:ext>
            </a:extLst>
          </p:cNvPr>
          <p:cNvSpPr txBox="1"/>
          <p:nvPr/>
        </p:nvSpPr>
        <p:spPr>
          <a:xfrm>
            <a:off x="3431704" y="4183975"/>
            <a:ext cx="2994731" cy="400110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Select Download raw file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CF8C24-DFCA-BABE-53E4-276E913D966C}"/>
              </a:ext>
            </a:extLst>
          </p:cNvPr>
          <p:cNvCxnSpPr>
            <a:cxnSpLocks/>
          </p:cNvCxnSpPr>
          <p:nvPr/>
        </p:nvCxnSpPr>
        <p:spPr bwMode="auto">
          <a:xfrm flipV="1">
            <a:off x="6313545" y="2911626"/>
            <a:ext cx="4134061" cy="148368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FB8AD0D-16AF-6EE7-1F2C-B1F2258E3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87" y="4519309"/>
            <a:ext cx="5087060" cy="21815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A0E6BC-661D-27C5-0A5D-A7B426E91702}"/>
              </a:ext>
            </a:extLst>
          </p:cNvPr>
          <p:cNvSpPr txBox="1"/>
          <p:nvPr/>
        </p:nvSpPr>
        <p:spPr>
          <a:xfrm>
            <a:off x="120028" y="5748802"/>
            <a:ext cx="5799986" cy="400110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When the file has downloaded, click on Open File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22150D-C671-B0D6-0279-8280079BC04B}"/>
              </a:ext>
            </a:extLst>
          </p:cNvPr>
          <p:cNvCxnSpPr>
            <a:stCxn id="17" idx="3"/>
          </p:cNvCxnSpPr>
          <p:nvPr/>
        </p:nvCxnSpPr>
        <p:spPr bwMode="auto">
          <a:xfrm flipV="1">
            <a:off x="5920014" y="5825829"/>
            <a:ext cx="657528" cy="12302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68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7B9E-9CF1-3A92-2A15-77F38856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example sketch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639A3-180C-BCB4-E6BA-A26317DF8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1156667"/>
          </a:xfrm>
        </p:spPr>
        <p:txBody>
          <a:bodyPr/>
          <a:lstStyle/>
          <a:p>
            <a:r>
              <a:rPr lang="en-IE" dirty="0"/>
              <a:t>Connect up your Arduino and Shield, select the correct board and download the sketch to the board: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B8F44-B42B-9D12-3E59-CD82A61C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8F80C-B827-6DB1-1E35-E2ED07BC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9885-3F22-C35D-084D-6D1AB6FC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C340F-1F20-161D-577F-7DA5205E8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70" y="2309319"/>
            <a:ext cx="7828697" cy="452029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274970-70CF-E011-99A0-5C1FE0F8E7D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59496" y="3429000"/>
            <a:ext cx="5472608" cy="125899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C693C3-6964-714E-7BCE-627D6A06181E}"/>
              </a:ext>
            </a:extLst>
          </p:cNvPr>
          <p:cNvSpPr txBox="1"/>
          <p:nvPr/>
        </p:nvSpPr>
        <p:spPr>
          <a:xfrm>
            <a:off x="6096000" y="4687993"/>
            <a:ext cx="212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Use the Arrow icon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8EBE3E-F93E-7B43-F3BB-033ADF593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318" y="2309319"/>
            <a:ext cx="3153215" cy="20005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CDC9997-472D-2422-5C48-16B504EAD9A0}"/>
              </a:ext>
            </a:extLst>
          </p:cNvPr>
          <p:cNvSpPr txBox="1"/>
          <p:nvPr/>
        </p:nvSpPr>
        <p:spPr>
          <a:xfrm>
            <a:off x="8570191" y="4324455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Then open the Serial Monitor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E27524-0FBB-3886-15A8-337B944B8AE3}"/>
              </a:ext>
            </a:extLst>
          </p:cNvPr>
          <p:cNvCxnSpPr/>
          <p:nvPr/>
        </p:nvCxnSpPr>
        <p:spPr bwMode="auto">
          <a:xfrm flipV="1">
            <a:off x="10659533" y="3573016"/>
            <a:ext cx="621043" cy="6480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65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21E1-0730-01C7-ABCE-51B22D62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dirty="0" err="1"/>
              <a:t>setLEDS</a:t>
            </a:r>
            <a:r>
              <a:rPr lang="en-IE" dirty="0"/>
              <a:t> function (1)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1A47E-1535-799B-493C-055E3C6F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8669B-4B98-EE8F-3FF1-38CC89D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578F5-CE2B-FADA-B502-ECEA492C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A2ABD-A78A-20F2-7CFB-F71C30D3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8" y="977901"/>
            <a:ext cx="10729384" cy="5849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8BB9E3-07BF-78DF-9E28-E73F23E8333E}"/>
              </a:ext>
            </a:extLst>
          </p:cNvPr>
          <p:cNvSpPr txBox="1"/>
          <p:nvPr/>
        </p:nvSpPr>
        <p:spPr>
          <a:xfrm>
            <a:off x="5375921" y="2348880"/>
            <a:ext cx="6120680" cy="132343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The RED and BLUE LEDs are not named here</a:t>
            </a:r>
          </a:p>
          <a:p>
            <a:endParaRPr lang="en-IE" sz="2000" dirty="0">
              <a:solidFill>
                <a:srgbClr val="FFFF00"/>
              </a:solidFill>
            </a:endParaRPr>
          </a:p>
          <a:p>
            <a:r>
              <a:rPr lang="en-IE" sz="2000" dirty="0">
                <a:solidFill>
                  <a:srgbClr val="FFFF00"/>
                </a:solidFill>
              </a:rPr>
              <a:t>So other LEDS could be used without changing how this code runs</a:t>
            </a:r>
          </a:p>
        </p:txBody>
      </p:sp>
    </p:spTree>
    <p:extLst>
      <p:ext uri="{BB962C8B-B14F-4D97-AF65-F5344CB8AC3E}">
        <p14:creationId xmlns:p14="http://schemas.microsoft.com/office/powerpoint/2010/main" val="2671205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9D27-BFD4-D1C6-3A0B-8514717E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dirty="0" err="1"/>
              <a:t>setLEDS</a:t>
            </a:r>
            <a:r>
              <a:rPr lang="en-IE" dirty="0"/>
              <a:t> function (2)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43CCF7-901F-25D7-D775-55FFE640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C46A5-C84D-FFCE-9BEA-40C0ECBA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82EB1-3E0D-9A5F-5C86-829EB0AC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449A0B-5BD5-8E76-F0CA-3FCECF12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3933056"/>
            <a:ext cx="8745170" cy="1219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EAFCD4-FDBC-35EE-2592-EF747D1E5F7F}"/>
              </a:ext>
            </a:extLst>
          </p:cNvPr>
          <p:cNvSpPr txBox="1"/>
          <p:nvPr/>
        </p:nvSpPr>
        <p:spPr>
          <a:xfrm>
            <a:off x="1343472" y="1556792"/>
            <a:ext cx="90730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This is how the </a:t>
            </a:r>
            <a:r>
              <a:rPr lang="en-IE" sz="2400" dirty="0" err="1"/>
              <a:t>setLEDS</a:t>
            </a:r>
            <a:r>
              <a:rPr lang="en-IE" sz="2400" dirty="0"/>
              <a:t> function is used: the parameter list passes parameters to the function which it can use</a:t>
            </a:r>
          </a:p>
          <a:p>
            <a:endParaRPr lang="en-IE" sz="2400" dirty="0"/>
          </a:p>
          <a:p>
            <a:r>
              <a:rPr lang="en-IE" sz="2400" dirty="0"/>
              <a:t>It’s the ORDER that the parameters appear in the lost that counts</a:t>
            </a:r>
          </a:p>
        </p:txBody>
      </p:sp>
    </p:spTree>
    <p:extLst>
      <p:ext uri="{BB962C8B-B14F-4D97-AF65-F5344CB8AC3E}">
        <p14:creationId xmlns:p14="http://schemas.microsoft.com/office/powerpoint/2010/main" val="2383400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76F8-A2A0-1BB4-5E79-1BF44D5D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dirty="0" err="1"/>
              <a:t>setLEDS</a:t>
            </a:r>
            <a:r>
              <a:rPr lang="en-IE" dirty="0"/>
              <a:t> function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E795-2D8A-5176-53A2-037D9615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dirty="0" err="1"/>
              <a:t>setLEDS</a:t>
            </a:r>
            <a:r>
              <a:rPr lang="en-IE" dirty="0"/>
              <a:t> function allows us to put the operation of turning the LEDs on and off in its own function</a:t>
            </a:r>
          </a:p>
          <a:p>
            <a:r>
              <a:rPr lang="en-IE" dirty="0" err="1"/>
              <a:t>setLEDS</a:t>
            </a:r>
            <a:r>
              <a:rPr lang="en-IE" dirty="0"/>
              <a:t> can be changed without affecting how the main program runs</a:t>
            </a:r>
          </a:p>
          <a:p>
            <a:r>
              <a:rPr lang="en-IE" dirty="0"/>
              <a:t>It could be reused elsewhere if we wished</a:t>
            </a:r>
          </a:p>
          <a:p>
            <a:r>
              <a:rPr lang="en-IE" i="1" dirty="0"/>
              <a:t>You can change the humidity and temperature with your breadth. Try it!</a:t>
            </a:r>
          </a:p>
          <a:p>
            <a:r>
              <a:rPr lang="en-IE" i="1" dirty="0"/>
              <a:t>Change the LEDs used for temperature and humidity</a:t>
            </a:r>
          </a:p>
          <a:p>
            <a:r>
              <a:rPr lang="en-IE" i="1" dirty="0"/>
              <a:t>Change the thresholds used for the </a:t>
            </a:r>
            <a:r>
              <a:rPr lang="en-IE" i="1" dirty="0" err="1"/>
              <a:t>leds</a:t>
            </a:r>
            <a:r>
              <a:rPr lang="en-IE" i="1" dirty="0"/>
              <a:t> to turn on and off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83E5D-C1FF-D7C8-B889-BA9889A7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D0857-E1C5-1F19-BCA0-397445F1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5FEAD-DE8E-2086-0B6A-EEC36D61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9960211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747</Words>
  <Application>Microsoft Office PowerPoint</Application>
  <PresentationFormat>Widescreen</PresentationFormat>
  <Paragraphs>125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SimSun</vt:lpstr>
      <vt:lpstr>Tahoma</vt:lpstr>
      <vt:lpstr>Arial</vt:lpstr>
      <vt:lpstr>Wingdings</vt:lpstr>
      <vt:lpstr>Edge</vt:lpstr>
      <vt:lpstr>Blends</vt:lpstr>
      <vt:lpstr> Introduction to Embedded Systems using Arduino</vt:lpstr>
      <vt:lpstr>What we’ll do today:</vt:lpstr>
      <vt:lpstr>Multifunction Shield Diagram</vt:lpstr>
      <vt:lpstr>DHT11 and its interfaces (1)</vt:lpstr>
      <vt:lpstr>DHT11 Library Function</vt:lpstr>
      <vt:lpstr>Arduino Library Manager (1)</vt:lpstr>
      <vt:lpstr>Arduino Library Manager (2)</vt:lpstr>
      <vt:lpstr>Arduino Library Manager (3)</vt:lpstr>
      <vt:lpstr>Arduino Library Manager (4)</vt:lpstr>
      <vt:lpstr>Arduino Library Manager (5)</vt:lpstr>
      <vt:lpstr>DHT Example (1)</vt:lpstr>
      <vt:lpstr>DHT Example (2)</vt:lpstr>
      <vt:lpstr>Using the example sketch</vt:lpstr>
      <vt:lpstr>The setLEDS function (1)</vt:lpstr>
      <vt:lpstr>The setLEDS function (2)</vt:lpstr>
      <vt:lpstr>The setLEDS function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ET4047 Embedded Software</dc:title>
  <dc:creator>Ciaran MacNamee</dc:creator>
  <cp:lastModifiedBy>Ciaran MacNamee</cp:lastModifiedBy>
  <cp:revision>52</cp:revision>
  <dcterms:created xsi:type="dcterms:W3CDTF">2020-09-17T11:39:01Z</dcterms:created>
  <dcterms:modified xsi:type="dcterms:W3CDTF">2026-03-19T12:53:45Z</dcterms:modified>
</cp:coreProperties>
</file>