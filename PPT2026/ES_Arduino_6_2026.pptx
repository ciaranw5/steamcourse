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9" r:id="rId1"/>
    <p:sldMasterId id="2147483655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60" r:id="rId5"/>
    <p:sldId id="284" r:id="rId6"/>
    <p:sldId id="285" r:id="rId7"/>
    <p:sldId id="286" r:id="rId8"/>
    <p:sldId id="287" r:id="rId9"/>
    <p:sldId id="288" r:id="rId10"/>
  </p:sldIdLst>
  <p:sldSz cx="12192000" cy="6858000"/>
  <p:notesSz cx="6858000" cy="9945688"/>
  <p:embeddedFontLst>
    <p:embeddedFont>
      <p:font typeface="Tahoma" panose="020B0604030504040204" pitchFamily="34" charset="0"/>
      <p:regular r:id="rId13"/>
      <p:bold r:id="rId14"/>
    </p:embeddedFont>
  </p:embeddedFontLst>
  <p:defaultTextStyle>
    <a:defPPr>
      <a:defRPr lang="en-I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B3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F451D-9956-4029-B424-B79198D6D877}" v="17" dt="2026-03-20T16:37:40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0" autoAdjust="0"/>
    <p:restoredTop sz="96247" autoAdjust="0"/>
  </p:normalViewPr>
  <p:slideViewPr>
    <p:cSldViewPr>
      <p:cViewPr varScale="1">
        <p:scale>
          <a:sx n="51" d="100"/>
          <a:sy n="51" d="100"/>
        </p:scale>
        <p:origin x="1224" y="2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ran MacNamee" userId="69a45ed0f0931cfc" providerId="LiveId" clId="{0F7B47A0-16B6-4A23-8885-E9A1704BCDE3}"/>
    <pc:docChg chg="custSel addSld delSld modSld">
      <pc:chgData name="Ciaran MacNamee" userId="69a45ed0f0931cfc" providerId="LiveId" clId="{0F7B47A0-16B6-4A23-8885-E9A1704BCDE3}" dt="2026-03-20T16:38:05.980" v="1205" actId="47"/>
      <pc:docMkLst>
        <pc:docMk/>
      </pc:docMkLst>
      <pc:sldChg chg="modSp mod">
        <pc:chgData name="Ciaran MacNamee" userId="69a45ed0f0931cfc" providerId="LiveId" clId="{0F7B47A0-16B6-4A23-8885-E9A1704BCDE3}" dt="2026-03-20T14:57:55.712" v="50" actId="20577"/>
        <pc:sldMkLst>
          <pc:docMk/>
          <pc:sldMk cId="0" sldId="256"/>
        </pc:sldMkLst>
        <pc:spChg chg="mod">
          <ac:chgData name="Ciaran MacNamee" userId="69a45ed0f0931cfc" providerId="LiveId" clId="{0F7B47A0-16B6-4A23-8885-E9A1704BCDE3}" dt="2026-03-20T14:57:55.712" v="50" actId="20577"/>
          <ac:spMkLst>
            <pc:docMk/>
            <pc:sldMk cId="0" sldId="256"/>
            <ac:spMk id="5126" creationId="{00000000-0000-0000-0000-000000000000}"/>
          </ac:spMkLst>
        </pc:spChg>
      </pc:sldChg>
      <pc:sldChg chg="modSp mod">
        <pc:chgData name="Ciaran MacNamee" userId="69a45ed0f0931cfc" providerId="LiveId" clId="{0F7B47A0-16B6-4A23-8885-E9A1704BCDE3}" dt="2026-03-20T15:01:02.206" v="384" actId="20577"/>
        <pc:sldMkLst>
          <pc:docMk/>
          <pc:sldMk cId="3172227786" sldId="257"/>
        </pc:sldMkLst>
        <pc:spChg chg="mod">
          <ac:chgData name="Ciaran MacNamee" userId="69a45ed0f0931cfc" providerId="LiveId" clId="{0F7B47A0-16B6-4A23-8885-E9A1704BCDE3}" dt="2026-03-20T15:01:02.206" v="384" actId="20577"/>
          <ac:spMkLst>
            <pc:docMk/>
            <pc:sldMk cId="3172227786" sldId="257"/>
            <ac:spMk id="3" creationId="{00000000-0000-0000-0000-000000000000}"/>
          </ac:spMkLst>
        </pc:spChg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1873677248" sldId="258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2813457716" sldId="259"/>
        </pc:sldMkLst>
      </pc:sldChg>
      <pc:sldChg chg="delSp mod">
        <pc:chgData name="Ciaran MacNamee" userId="69a45ed0f0931cfc" providerId="LiveId" clId="{0F7B47A0-16B6-4A23-8885-E9A1704BCDE3}" dt="2026-03-20T15:00:09.996" v="270" actId="478"/>
        <pc:sldMkLst>
          <pc:docMk/>
          <pc:sldMk cId="12979046" sldId="260"/>
        </pc:sldMkLst>
        <pc:spChg chg="del">
          <ac:chgData name="Ciaran MacNamee" userId="69a45ed0f0931cfc" providerId="LiveId" clId="{0F7B47A0-16B6-4A23-8885-E9A1704BCDE3}" dt="2026-03-20T15:00:07.318" v="269" actId="478"/>
          <ac:spMkLst>
            <pc:docMk/>
            <pc:sldMk cId="12979046" sldId="260"/>
            <ac:spMk id="6" creationId="{F48ED7AC-70C5-B5A8-0D6D-CF2751A175C8}"/>
          </ac:spMkLst>
        </pc:spChg>
        <pc:cxnChg chg="del">
          <ac:chgData name="Ciaran MacNamee" userId="69a45ed0f0931cfc" providerId="LiveId" clId="{0F7B47A0-16B6-4A23-8885-E9A1704BCDE3}" dt="2026-03-20T15:00:09.996" v="270" actId="478"/>
          <ac:cxnSpMkLst>
            <pc:docMk/>
            <pc:sldMk cId="12979046" sldId="260"/>
            <ac:cxnSpMk id="8" creationId="{01FA4F8E-8C41-1B49-CD0F-C79250EBC4E0}"/>
          </ac:cxnSpMkLst>
        </pc:cxnChg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2089210249" sldId="273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850466673" sldId="274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4264568737" sldId="275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2458818879" sldId="276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187979898" sldId="277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3270668012" sldId="278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4204068643" sldId="279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399365526" sldId="280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4099960211" sldId="281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2671205731" sldId="282"/>
        </pc:sldMkLst>
      </pc:sldChg>
      <pc:sldChg chg="del">
        <pc:chgData name="Ciaran MacNamee" userId="69a45ed0f0931cfc" providerId="LiveId" clId="{0F7B47A0-16B6-4A23-8885-E9A1704BCDE3}" dt="2026-03-20T16:38:05.980" v="1205" actId="47"/>
        <pc:sldMkLst>
          <pc:docMk/>
          <pc:sldMk cId="2383400322" sldId="283"/>
        </pc:sldMkLst>
      </pc:sldChg>
      <pc:sldChg chg="addSp delSp modSp add mod">
        <pc:chgData name="Ciaran MacNamee" userId="69a45ed0f0931cfc" providerId="LiveId" clId="{0F7B47A0-16B6-4A23-8885-E9A1704BCDE3}" dt="2026-03-20T16:11:48.227" v="762" actId="20577"/>
        <pc:sldMkLst>
          <pc:docMk/>
          <pc:sldMk cId="2332064162" sldId="284"/>
        </pc:sldMkLst>
        <pc:spChg chg="add mod">
          <ac:chgData name="Ciaran MacNamee" userId="69a45ed0f0931cfc" providerId="LiveId" clId="{0F7B47A0-16B6-4A23-8885-E9A1704BCDE3}" dt="2026-03-20T15:05:36.840" v="548" actId="1076"/>
          <ac:spMkLst>
            <pc:docMk/>
            <pc:sldMk cId="2332064162" sldId="284"/>
            <ac:spMk id="10" creationId="{BB8A81EC-3D8E-B788-242D-6A13F12F9A77}"/>
          </ac:spMkLst>
        </pc:spChg>
        <pc:spChg chg="add mod">
          <ac:chgData name="Ciaran MacNamee" userId="69a45ed0f0931cfc" providerId="LiveId" clId="{0F7B47A0-16B6-4A23-8885-E9A1704BCDE3}" dt="2026-03-20T15:06:48.266" v="597" actId="1076"/>
          <ac:spMkLst>
            <pc:docMk/>
            <pc:sldMk cId="2332064162" sldId="284"/>
            <ac:spMk id="11" creationId="{36B03384-25FB-2FBE-D712-C08055528718}"/>
          </ac:spMkLst>
        </pc:spChg>
        <pc:spChg chg="add mod">
          <ac:chgData name="Ciaran MacNamee" userId="69a45ed0f0931cfc" providerId="LiveId" clId="{0F7B47A0-16B6-4A23-8885-E9A1704BCDE3}" dt="2026-03-20T16:11:48.227" v="762" actId="20577"/>
          <ac:spMkLst>
            <pc:docMk/>
            <pc:sldMk cId="2332064162" sldId="284"/>
            <ac:spMk id="12" creationId="{6F68AD14-84A3-D3E9-5E3E-D402990E47AE}"/>
          </ac:spMkLst>
        </pc:spChg>
        <pc:spChg chg="mod">
          <ac:chgData name="Ciaran MacNamee" userId="69a45ed0f0931cfc" providerId="LiveId" clId="{0F7B47A0-16B6-4A23-8885-E9A1704BCDE3}" dt="2026-03-20T15:01:36.550" v="427" actId="20577"/>
          <ac:spMkLst>
            <pc:docMk/>
            <pc:sldMk cId="2332064162" sldId="284"/>
            <ac:spMk id="182276" creationId="{348163DA-D146-1A58-FD50-1A33EA5B7CF4}"/>
          </ac:spMkLst>
        </pc:spChg>
        <pc:picChg chg="del">
          <ac:chgData name="Ciaran MacNamee" userId="69a45ed0f0931cfc" providerId="LiveId" clId="{0F7B47A0-16B6-4A23-8885-E9A1704BCDE3}" dt="2026-03-20T15:01:39.296" v="428" actId="478"/>
          <ac:picMkLst>
            <pc:docMk/>
            <pc:sldMk cId="2332064162" sldId="284"/>
            <ac:picMk id="5" creationId="{E0BF2A3A-D602-E2C5-1498-C8D03EEB0328}"/>
          </ac:picMkLst>
        </pc:picChg>
        <pc:picChg chg="add mod">
          <ac:chgData name="Ciaran MacNamee" userId="69a45ed0f0931cfc" providerId="LiveId" clId="{0F7B47A0-16B6-4A23-8885-E9A1704BCDE3}" dt="2026-03-20T15:04:17.099" v="439" actId="1076"/>
          <ac:picMkLst>
            <pc:docMk/>
            <pc:sldMk cId="2332064162" sldId="284"/>
            <ac:picMk id="7" creationId="{A509A93C-CDA7-8D9F-76F9-846C95F94528}"/>
          </ac:picMkLst>
        </pc:picChg>
        <pc:picChg chg="add mod">
          <ac:chgData name="Ciaran MacNamee" userId="69a45ed0f0931cfc" providerId="LiveId" clId="{0F7B47A0-16B6-4A23-8885-E9A1704BCDE3}" dt="2026-03-20T15:05:42.468" v="549" actId="1076"/>
          <ac:picMkLst>
            <pc:docMk/>
            <pc:sldMk cId="2332064162" sldId="284"/>
            <ac:picMk id="9" creationId="{7AFD1966-2ED4-AE82-8FF8-8351C7DD81B5}"/>
          </ac:picMkLst>
        </pc:picChg>
      </pc:sldChg>
      <pc:sldChg chg="modSp new mod">
        <pc:chgData name="Ciaran MacNamee" userId="69a45ed0f0931cfc" providerId="LiveId" clId="{0F7B47A0-16B6-4A23-8885-E9A1704BCDE3}" dt="2026-03-20T16:15:08.726" v="980" actId="20577"/>
        <pc:sldMkLst>
          <pc:docMk/>
          <pc:sldMk cId="3859779393" sldId="285"/>
        </pc:sldMkLst>
        <pc:spChg chg="mod">
          <ac:chgData name="Ciaran MacNamee" userId="69a45ed0f0931cfc" providerId="LiveId" clId="{0F7B47A0-16B6-4A23-8885-E9A1704BCDE3}" dt="2026-03-20T16:13:23.593" v="776" actId="20577"/>
          <ac:spMkLst>
            <pc:docMk/>
            <pc:sldMk cId="3859779393" sldId="285"/>
            <ac:spMk id="2" creationId="{01788F4F-2BEA-B388-8879-108996D2ECA2}"/>
          </ac:spMkLst>
        </pc:spChg>
        <pc:spChg chg="mod">
          <ac:chgData name="Ciaran MacNamee" userId="69a45ed0f0931cfc" providerId="LiveId" clId="{0F7B47A0-16B6-4A23-8885-E9A1704BCDE3}" dt="2026-03-20T16:15:08.726" v="980" actId="20577"/>
          <ac:spMkLst>
            <pc:docMk/>
            <pc:sldMk cId="3859779393" sldId="285"/>
            <ac:spMk id="3" creationId="{E69BC054-9E82-1936-ED53-653FCB8F1EA6}"/>
          </ac:spMkLst>
        </pc:spChg>
      </pc:sldChg>
      <pc:sldChg chg="addSp delSp modSp new mod">
        <pc:chgData name="Ciaran MacNamee" userId="69a45ed0f0931cfc" providerId="LiveId" clId="{0F7B47A0-16B6-4A23-8885-E9A1704BCDE3}" dt="2026-03-20T16:30:26.288" v="1069" actId="13822"/>
        <pc:sldMkLst>
          <pc:docMk/>
          <pc:sldMk cId="108662915" sldId="286"/>
        </pc:sldMkLst>
        <pc:spChg chg="mod">
          <ac:chgData name="Ciaran MacNamee" userId="69a45ed0f0931cfc" providerId="LiveId" clId="{0F7B47A0-16B6-4A23-8885-E9A1704BCDE3}" dt="2026-03-20T16:28:22.908" v="1009" actId="20577"/>
          <ac:spMkLst>
            <pc:docMk/>
            <pc:sldMk cId="108662915" sldId="286"/>
            <ac:spMk id="2" creationId="{7ECD94CB-C5D0-8AFB-3CFE-244649F8AB76}"/>
          </ac:spMkLst>
        </pc:spChg>
        <pc:spChg chg="del">
          <ac:chgData name="Ciaran MacNamee" userId="69a45ed0f0931cfc" providerId="LiveId" clId="{0F7B47A0-16B6-4A23-8885-E9A1704BCDE3}" dt="2026-03-20T16:28:11.798" v="982" actId="478"/>
          <ac:spMkLst>
            <pc:docMk/>
            <pc:sldMk cId="108662915" sldId="286"/>
            <ac:spMk id="3" creationId="{DA7F553D-D130-07EC-D7EC-113518E5499B}"/>
          </ac:spMkLst>
        </pc:spChg>
        <pc:spChg chg="add mod">
          <ac:chgData name="Ciaran MacNamee" userId="69a45ed0f0931cfc" providerId="LiveId" clId="{0F7B47A0-16B6-4A23-8885-E9A1704BCDE3}" dt="2026-03-20T16:28:57.994" v="1016" actId="1076"/>
          <ac:spMkLst>
            <pc:docMk/>
            <pc:sldMk cId="108662915" sldId="286"/>
            <ac:spMk id="9" creationId="{9202CB1A-9D31-6579-5926-251DBE3CA4C7}"/>
          </ac:spMkLst>
        </pc:spChg>
        <pc:spChg chg="add mod">
          <ac:chgData name="Ciaran MacNamee" userId="69a45ed0f0931cfc" providerId="LiveId" clId="{0F7B47A0-16B6-4A23-8885-E9A1704BCDE3}" dt="2026-03-20T16:29:08.814" v="1017"/>
          <ac:spMkLst>
            <pc:docMk/>
            <pc:sldMk cId="108662915" sldId="286"/>
            <ac:spMk id="10" creationId="{369684C3-956F-BBF8-3B42-1BB614CA6293}"/>
          </ac:spMkLst>
        </pc:spChg>
        <pc:spChg chg="add mod">
          <ac:chgData name="Ciaran MacNamee" userId="69a45ed0f0931cfc" providerId="LiveId" clId="{0F7B47A0-16B6-4A23-8885-E9A1704BCDE3}" dt="2026-03-20T16:30:09.189" v="1067" actId="207"/>
          <ac:spMkLst>
            <pc:docMk/>
            <pc:sldMk cId="108662915" sldId="286"/>
            <ac:spMk id="11" creationId="{B21AD6A1-FADE-A581-C44D-AB605C1CCB88}"/>
          </ac:spMkLst>
        </pc:spChg>
        <pc:picChg chg="add mod">
          <ac:chgData name="Ciaran MacNamee" userId="69a45ed0f0931cfc" providerId="LiveId" clId="{0F7B47A0-16B6-4A23-8885-E9A1704BCDE3}" dt="2026-03-20T16:28:30.886" v="1012" actId="1076"/>
          <ac:picMkLst>
            <pc:docMk/>
            <pc:sldMk cId="108662915" sldId="286"/>
            <ac:picMk id="8" creationId="{ADD88CA4-8F86-9497-7354-ABE7163B817D}"/>
          </ac:picMkLst>
        </pc:picChg>
        <pc:cxnChg chg="add mod">
          <ac:chgData name="Ciaran MacNamee" userId="69a45ed0f0931cfc" providerId="LiveId" clId="{0F7B47A0-16B6-4A23-8885-E9A1704BCDE3}" dt="2026-03-20T16:30:26.288" v="1069" actId="13822"/>
          <ac:cxnSpMkLst>
            <pc:docMk/>
            <pc:sldMk cId="108662915" sldId="286"/>
            <ac:cxnSpMk id="13" creationId="{B0A0F421-985E-8465-4366-36DBB9CACBF6}"/>
          </ac:cxnSpMkLst>
        </pc:cxnChg>
      </pc:sldChg>
      <pc:sldChg chg="addSp delSp modSp add mod">
        <pc:chgData name="Ciaran MacNamee" userId="69a45ed0f0931cfc" providerId="LiveId" clId="{0F7B47A0-16B6-4A23-8885-E9A1704BCDE3}" dt="2026-03-20T16:32:38.852" v="1110" actId="1076"/>
        <pc:sldMkLst>
          <pc:docMk/>
          <pc:sldMk cId="1656892961" sldId="287"/>
        </pc:sldMkLst>
        <pc:spChg chg="mod">
          <ac:chgData name="Ciaran MacNamee" userId="69a45ed0f0931cfc" providerId="LiveId" clId="{0F7B47A0-16B6-4A23-8885-E9A1704BCDE3}" dt="2026-03-20T16:31:48.153" v="1076" actId="20577"/>
          <ac:spMkLst>
            <pc:docMk/>
            <pc:sldMk cId="1656892961" sldId="287"/>
            <ac:spMk id="2" creationId="{FF2E3F30-1251-4E52-5475-348E0F2D2F1F}"/>
          </ac:spMkLst>
        </pc:spChg>
        <pc:spChg chg="del">
          <ac:chgData name="Ciaran MacNamee" userId="69a45ed0f0931cfc" providerId="LiveId" clId="{0F7B47A0-16B6-4A23-8885-E9A1704BCDE3}" dt="2026-03-20T16:31:52.280" v="1077" actId="478"/>
          <ac:spMkLst>
            <pc:docMk/>
            <pc:sldMk cId="1656892961" sldId="287"/>
            <ac:spMk id="9" creationId="{521ED323-7991-011B-ACC0-E5C37CDA4A2E}"/>
          </ac:spMkLst>
        </pc:spChg>
        <pc:spChg chg="add mod">
          <ac:chgData name="Ciaran MacNamee" userId="69a45ed0f0931cfc" providerId="LiveId" clId="{0F7B47A0-16B6-4A23-8885-E9A1704BCDE3}" dt="2026-03-20T16:32:38.852" v="1110" actId="1076"/>
          <ac:spMkLst>
            <pc:docMk/>
            <pc:sldMk cId="1656892961" sldId="287"/>
            <ac:spMk id="15" creationId="{53C74532-9F19-9926-3257-1A292BE5C5D7}"/>
          </ac:spMkLst>
        </pc:spChg>
        <pc:picChg chg="add">
          <ac:chgData name="Ciaran MacNamee" userId="69a45ed0f0931cfc" providerId="LiveId" clId="{0F7B47A0-16B6-4A23-8885-E9A1704BCDE3}" dt="2026-03-20T16:31:39.894" v="1072" actId="22"/>
          <ac:picMkLst>
            <pc:docMk/>
            <pc:sldMk cId="1656892961" sldId="287"/>
            <ac:picMk id="7" creationId="{57B9500E-3E07-3CBE-6C01-24BA9221CE35}"/>
          </ac:picMkLst>
        </pc:picChg>
        <pc:picChg chg="del">
          <ac:chgData name="Ciaran MacNamee" userId="69a45ed0f0931cfc" providerId="LiveId" clId="{0F7B47A0-16B6-4A23-8885-E9A1704BCDE3}" dt="2026-03-20T16:31:38.041" v="1071" actId="478"/>
          <ac:picMkLst>
            <pc:docMk/>
            <pc:sldMk cId="1656892961" sldId="287"/>
            <ac:picMk id="8" creationId="{BBA79E68-B59E-0E26-6201-69A83F3F27DB}"/>
          </ac:picMkLst>
        </pc:picChg>
        <pc:cxnChg chg="mod ord">
          <ac:chgData name="Ciaran MacNamee" userId="69a45ed0f0931cfc" providerId="LiveId" clId="{0F7B47A0-16B6-4A23-8885-E9A1704BCDE3}" dt="2026-03-20T16:32:06.132" v="1081" actId="14100"/>
          <ac:cxnSpMkLst>
            <pc:docMk/>
            <pc:sldMk cId="1656892961" sldId="287"/>
            <ac:cxnSpMk id="13" creationId="{ED69CD18-231E-01D3-6016-3E966BA56AD8}"/>
          </ac:cxnSpMkLst>
        </pc:cxnChg>
      </pc:sldChg>
      <pc:sldChg chg="addSp modSp new mod">
        <pc:chgData name="Ciaran MacNamee" userId="69a45ed0f0931cfc" providerId="LiveId" clId="{0F7B47A0-16B6-4A23-8885-E9A1704BCDE3}" dt="2026-03-20T16:37:40.667" v="1204" actId="13822"/>
        <pc:sldMkLst>
          <pc:docMk/>
          <pc:sldMk cId="3002987079" sldId="288"/>
        </pc:sldMkLst>
        <pc:spChg chg="mod">
          <ac:chgData name="Ciaran MacNamee" userId="69a45ed0f0931cfc" providerId="LiveId" clId="{0F7B47A0-16B6-4A23-8885-E9A1704BCDE3}" dt="2026-03-20T16:33:22.602" v="1135" actId="20577"/>
          <ac:spMkLst>
            <pc:docMk/>
            <pc:sldMk cId="3002987079" sldId="288"/>
            <ac:spMk id="2" creationId="{8168BD5F-903A-95C0-2B86-E72AD92F0736}"/>
          </ac:spMkLst>
        </pc:spChg>
        <pc:spChg chg="add mod">
          <ac:chgData name="Ciaran MacNamee" userId="69a45ed0f0931cfc" providerId="LiveId" clId="{0F7B47A0-16B6-4A23-8885-E9A1704BCDE3}" dt="2026-03-20T16:35:52.502" v="1142" actId="255"/>
          <ac:spMkLst>
            <pc:docMk/>
            <pc:sldMk cId="3002987079" sldId="288"/>
            <ac:spMk id="11" creationId="{035C7B14-6D49-500B-8E3C-36C3D2FD306D}"/>
          </ac:spMkLst>
        </pc:spChg>
        <pc:spChg chg="add mod">
          <ac:chgData name="Ciaran MacNamee" userId="69a45ed0f0931cfc" providerId="LiveId" clId="{0F7B47A0-16B6-4A23-8885-E9A1704BCDE3}" dt="2026-03-20T16:37:06.757" v="1172" actId="1076"/>
          <ac:spMkLst>
            <pc:docMk/>
            <pc:sldMk cId="3002987079" sldId="288"/>
            <ac:spMk id="15" creationId="{3D6F4AD8-60F7-62BD-F358-E24222C4F0CB}"/>
          </ac:spMkLst>
        </pc:spChg>
        <pc:spChg chg="add mod">
          <ac:chgData name="Ciaran MacNamee" userId="69a45ed0f0931cfc" providerId="LiveId" clId="{0F7B47A0-16B6-4A23-8885-E9A1704BCDE3}" dt="2026-03-20T16:37:27.332" v="1202" actId="1076"/>
          <ac:spMkLst>
            <pc:docMk/>
            <pc:sldMk cId="3002987079" sldId="288"/>
            <ac:spMk id="16" creationId="{3F8AE074-B015-9B11-CE9D-99FD5196ED0D}"/>
          </ac:spMkLst>
        </pc:spChg>
        <pc:picChg chg="add mod">
          <ac:chgData name="Ciaran MacNamee" userId="69a45ed0f0931cfc" providerId="LiveId" clId="{0F7B47A0-16B6-4A23-8885-E9A1704BCDE3}" dt="2026-03-20T16:35:55.751" v="1143" actId="1076"/>
          <ac:picMkLst>
            <pc:docMk/>
            <pc:sldMk cId="3002987079" sldId="288"/>
            <ac:picMk id="7" creationId="{327A530B-C73A-ACF8-2ED3-3921A2CF1F5F}"/>
          </ac:picMkLst>
        </pc:picChg>
        <pc:picChg chg="add mod">
          <ac:chgData name="Ciaran MacNamee" userId="69a45ed0f0931cfc" providerId="LiveId" clId="{0F7B47A0-16B6-4A23-8885-E9A1704BCDE3}" dt="2026-03-20T16:36:07.841" v="1148" actId="1076"/>
          <ac:picMkLst>
            <pc:docMk/>
            <pc:sldMk cId="3002987079" sldId="288"/>
            <ac:picMk id="9" creationId="{7AE4CFBC-312F-5C56-E88C-881ED1D4EE11}"/>
          </ac:picMkLst>
        </pc:picChg>
        <pc:cxnChg chg="add mod">
          <ac:chgData name="Ciaran MacNamee" userId="69a45ed0f0931cfc" providerId="LiveId" clId="{0F7B47A0-16B6-4A23-8885-E9A1704BCDE3}" dt="2026-03-20T16:36:30.585" v="1151" actId="14100"/>
          <ac:cxnSpMkLst>
            <pc:docMk/>
            <pc:sldMk cId="3002987079" sldId="288"/>
            <ac:cxnSpMk id="12" creationId="{07F6191F-DED7-3330-21E1-0F86CADC7D13}"/>
          </ac:cxnSpMkLst>
        </pc:cxnChg>
        <pc:cxnChg chg="add mod">
          <ac:chgData name="Ciaran MacNamee" userId="69a45ed0f0931cfc" providerId="LiveId" clId="{0F7B47A0-16B6-4A23-8885-E9A1704BCDE3}" dt="2026-03-20T16:36:46.338" v="1152"/>
          <ac:cxnSpMkLst>
            <pc:docMk/>
            <pc:sldMk cId="3002987079" sldId="288"/>
            <ac:cxnSpMk id="14" creationId="{2BD042BB-19E4-FA2A-1FC3-30308241D835}"/>
          </ac:cxnSpMkLst>
        </pc:cxnChg>
        <pc:cxnChg chg="add mod">
          <ac:chgData name="Ciaran MacNamee" userId="69a45ed0f0931cfc" providerId="LiveId" clId="{0F7B47A0-16B6-4A23-8885-E9A1704BCDE3}" dt="2026-03-20T16:37:40.667" v="1204" actId="13822"/>
          <ac:cxnSpMkLst>
            <pc:docMk/>
            <pc:sldMk cId="3002987079" sldId="288"/>
            <ac:cxnSpMk id="18" creationId="{982E65C0-DA7C-6928-722F-7BFCC52C608A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B8789A-6880-4222-B427-EE97DDDE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FCB9B-BF94-4D24-9204-6A57505299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5120" y="0"/>
            <a:ext cx="2971336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45CD64C-0B54-441C-97C5-7C071B8A6CA0}" type="datetimeFigureOut">
              <a:rPr lang="en-IE"/>
              <a:pPr>
                <a:defRPr/>
              </a:pPr>
              <a:t>20/03/2026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4906E-0917-40FB-B176-F28752B60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647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4F16C-54D3-4AE0-90F5-EBF279BFCC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5120" y="9446470"/>
            <a:ext cx="2971336" cy="497536"/>
          </a:xfrm>
          <a:prstGeom prst="rect">
            <a:avLst/>
          </a:prstGeom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E9BB88-4594-452D-97CF-DBF539BC167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5434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98C2741-2BDD-48D5-86A8-EC87CA7704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0C64AE7-5771-4C10-A0C5-8D17B981651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5120" y="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" y="746125"/>
            <a:ext cx="6630988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FCE66508-9FA6-46C8-9854-34103033F9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337" y="4724917"/>
            <a:ext cx="5487326" cy="4474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B80F41B3-29AB-420A-BD01-FA12627590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47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454F4F7-A6DF-4F56-806B-AB9A342F52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120" y="944647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2D78038-9F06-419B-A634-E48307815C35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4841280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30988" cy="3730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D78038-9F06-419B-A634-E48307815C35}" type="slidenum">
              <a:rPr lang="en-IE" altLang="en-US" smtClean="0"/>
              <a:pPr/>
              <a:t>1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84888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3400"/>
            </a:lvl1pPr>
          </a:lstStyle>
          <a:p>
            <a:pPr lvl="0"/>
            <a:r>
              <a:rPr lang="en-IE" altLang="en-US" noProof="0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IE" altLang="en-US" noProof="0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E628FB-ACFE-48A4-B69E-F28FD7759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FFEC5AF-4338-43D6-B111-46449E451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2578602-52F6-407A-94C1-934E6D89CE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B795E-2992-41FB-9AFE-FDD23EF301EC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31221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DFABE9-A1F0-4D25-A546-B48E1EC44F84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686825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1173D2-418A-47DD-A23C-C5D14B0AAB3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1501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74E5F-DAEC-4CA2-8834-37FB243B2B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031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58BCF-E64A-438B-BFF1-976839A23CF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0606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58CAD8-78B5-4715-9523-5EB050334FB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7725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28AD9-E164-47E9-A133-BC0A8A9B86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43190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F5495F-ABC7-4D7D-AACD-1388F0121A21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9634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A50F8-407A-4F90-8D31-B36F606E59D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1556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A2425E-98D4-4FBF-AF67-8C9D6C7FC7FE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7722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88913"/>
            <a:ext cx="2743200" cy="5942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8913"/>
            <a:ext cx="8026400" cy="5942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90B3FF-503E-44DE-B03C-217DF22481CF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20785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8913"/>
            <a:ext cx="10972800" cy="6477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908050"/>
            <a:ext cx="10972800" cy="5222875"/>
          </a:xfrm>
        </p:spPr>
        <p:txBody>
          <a:bodyPr/>
          <a:lstStyle/>
          <a:p>
            <a:pPr lvl="0"/>
            <a:endParaRPr lang="en-IE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D60EC2-F83B-4EA5-89D7-D13ADD964D29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112597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6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51CFBA-08CB-45A1-9985-EF82ADAB39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3800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6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D4263E-8DEB-43AE-B3A3-53F686D36A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91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8913"/>
            <a:ext cx="109728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08050"/>
            <a:ext cx="10972800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text styles</a:t>
            </a:r>
          </a:p>
          <a:p>
            <a:pPr lvl="1"/>
            <a:r>
              <a:rPr lang="en-IE" altLang="en-US"/>
              <a:t>Second level</a:t>
            </a:r>
          </a:p>
          <a:p>
            <a:pPr lvl="2"/>
            <a:r>
              <a:rPr lang="en-IE" altLang="en-US"/>
              <a:t>Third level</a:t>
            </a:r>
          </a:p>
          <a:p>
            <a:pPr lvl="3"/>
            <a:r>
              <a:rPr lang="en-IE" altLang="en-US"/>
              <a:t>Fourth level</a:t>
            </a:r>
          </a:p>
          <a:p>
            <a:pPr lvl="4"/>
            <a:r>
              <a:rPr lang="en-IE" altLang="en-US"/>
              <a:t>Fifth level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Spring 2026</a:t>
            </a:r>
            <a:endParaRPr lang="en-IE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E" altLang="en-US"/>
              <a:t>Session 6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03B3636E-62EF-4D06-B875-1EED8D9631B0}" type="slidenum">
              <a:rPr lang="en-IE" altLang="en-US"/>
              <a:pPr/>
              <a:t>‹#›</a:t>
            </a:fld>
            <a:endParaRPr lang="en-IE" alt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704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805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355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287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220133" y="9779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29734" y="1524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04285" y="9429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12851" y="176214"/>
            <a:ext cx="10729383" cy="8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1" y="1192213"/>
            <a:ext cx="11311467" cy="494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693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67267" y="62182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693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2267" y="6243638"/>
            <a:ext cx="49953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Session 6</a:t>
            </a:r>
            <a:endParaRPr lang="en-US" dirty="0"/>
          </a:p>
        </p:txBody>
      </p:sp>
      <p:sp>
        <p:nvSpPr>
          <p:cNvPr id="5693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D81562D7-3287-490A-A831-988E1CD917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0" r:id="rId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Spring 2026</a:t>
            </a:r>
            <a:endParaRPr lang="en-IE" altLang="en-US" sz="1000" dirty="0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IE" altLang="en-US" sz="1000"/>
              <a:t>Session 6</a:t>
            </a:r>
          </a:p>
        </p:txBody>
      </p:sp>
      <p:sp>
        <p:nvSpPr>
          <p:cNvPr id="512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B4A196-E8AA-441C-B267-4C29E5FE499F}" type="slidenum">
              <a:rPr lang="en-IE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IE" altLang="en-US" sz="10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83432" y="1524000"/>
            <a:ext cx="10395768" cy="1752600"/>
          </a:xfrm>
        </p:spPr>
        <p:txBody>
          <a:bodyPr/>
          <a:lstStyle/>
          <a:p>
            <a:pPr eaLnBrk="1" hangingPunct="1"/>
            <a:br>
              <a:rPr lang="en-IE" altLang="en-US" sz="3200" dirty="0"/>
            </a:br>
            <a:r>
              <a:rPr lang="en-IE" altLang="en-US" sz="3200" dirty="0"/>
              <a:t>Introduction to Embedded Systems using Arduino</a:t>
            </a:r>
            <a:endParaRPr lang="en-IE" altLang="en-US" dirty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0507" y="4365104"/>
            <a:ext cx="10395768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Session 6: </a:t>
            </a:r>
            <a:r>
              <a:rPr lang="en-GB" altLang="en-US" sz="2400" dirty="0"/>
              <a:t>Ultrasonic Distance Measurement using HCSR04</a:t>
            </a:r>
          </a:p>
          <a:p>
            <a:pPr eaLnBrk="1" hangingPunct="1">
              <a:lnSpc>
                <a:spcPct val="90000"/>
              </a:lnSpc>
            </a:pPr>
            <a:endParaRPr lang="en-IE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Dr Ciaran MacNamee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SimSun" charset="-122"/>
              </a:rPr>
              <a:t>What we’ll do today: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We’ll use an ultrasonic distance measurement device called HCSR04 to measure distance from the sensor to an object</a:t>
            </a:r>
          </a:p>
          <a:p>
            <a:r>
              <a:rPr lang="en-IE" dirty="0"/>
              <a:t>Commonly used in cars and other vehicles</a:t>
            </a:r>
          </a:p>
          <a:p>
            <a:r>
              <a:rPr lang="en-IE" dirty="0"/>
              <a:t>We can also use the Multifunction Shield for LED indication of distance </a:t>
            </a:r>
          </a:p>
          <a:p>
            <a:r>
              <a:rPr lang="en-IE" dirty="0"/>
              <a:t>Possibly also the Buzzer as an alarm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22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6" name="Rectangle 4"/>
          <p:cNvSpPr>
            <a:spLocks noGrp="1" noChangeArrowheads="1"/>
          </p:cNvSpPr>
          <p:nvPr>
            <p:ph type="title"/>
          </p:nvPr>
        </p:nvSpPr>
        <p:spPr>
          <a:xfrm>
            <a:off x="1055441" y="115888"/>
            <a:ext cx="9155360" cy="576262"/>
          </a:xfrm>
        </p:spPr>
        <p:txBody>
          <a:bodyPr/>
          <a:lstStyle/>
          <a:p>
            <a:pPr eaLnBrk="1" hangingPunct="1">
              <a:defRPr/>
            </a:pPr>
            <a:r>
              <a:rPr lang="en-IE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Multifunction Shield Diagram</a:t>
            </a:r>
            <a:endParaRPr 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Session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83F5A-6E05-4572-BB64-716C8572B77D}" type="slidenum">
              <a:rPr lang="en-GB"/>
              <a:pPr>
                <a:defRPr/>
              </a:pPr>
              <a:t>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06352-029F-8825-FEE0-8253EA876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00" y="690467"/>
            <a:ext cx="9849944" cy="616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0E955-50D4-7F7B-EC62-D51949D9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6" name="Rectangle 4">
            <a:extLst>
              <a:ext uri="{FF2B5EF4-FFF2-40B4-BE49-F238E27FC236}">
                <a16:creationId xmlns:a16="http://schemas.microsoft.com/office/drawing/2014/main" id="{348163DA-D146-1A58-FD50-1A33EA5B7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441" y="115888"/>
            <a:ext cx="9155360" cy="576262"/>
          </a:xfrm>
        </p:spPr>
        <p:txBody>
          <a:bodyPr/>
          <a:lstStyle/>
          <a:p>
            <a:pPr eaLnBrk="1" hangingPunct="1">
              <a:defRPr/>
            </a:pPr>
            <a:r>
              <a:rPr lang="en-IE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HCSR04 Ultrasonic Distance Measurement</a:t>
            </a:r>
            <a:endParaRPr 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55624-C874-D44D-4230-D63D28D2579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6BA3A7-CDBB-5E1B-B062-0A3610CC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Session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AC5DA-3CE6-450B-E222-A7C6A1A5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83F5A-6E05-4572-BB64-716C8572B77D}" type="slidenum">
              <a:rPr lang="en-GB"/>
              <a:pPr>
                <a:defRPr/>
              </a:pPr>
              <a:t>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09A93C-CDA7-8D9F-76F9-846C95F94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482"/>
            <a:ext cx="6647759" cy="45618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FD1966-2ED4-AE82-8FF8-8351C7DD8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759" y="2277704"/>
            <a:ext cx="5509549" cy="2471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8A81EC-3D8E-B788-242D-6A13F12F9A77}"/>
              </a:ext>
            </a:extLst>
          </p:cNvPr>
          <p:cNvSpPr txBox="1"/>
          <p:nvPr/>
        </p:nvSpPr>
        <p:spPr>
          <a:xfrm>
            <a:off x="6693484" y="1077375"/>
            <a:ext cx="5091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Theory: Transmit an ultrasonic pulse and measure the time until its reflection is received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B03384-25FB-2FBE-D712-C08055528718}"/>
              </a:ext>
            </a:extLst>
          </p:cNvPr>
          <p:cNvSpPr txBox="1"/>
          <p:nvPr/>
        </p:nvSpPr>
        <p:spPr>
          <a:xfrm>
            <a:off x="5249859" y="4906967"/>
            <a:ext cx="6558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/>
              <a:t>Distance = ((Time Taken) * Speed of Sound) /2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68AD14-84A3-D3E9-5E3E-D402990E47AE}"/>
              </a:ext>
            </a:extLst>
          </p:cNvPr>
          <p:cNvSpPr txBox="1"/>
          <p:nvPr/>
        </p:nvSpPr>
        <p:spPr>
          <a:xfrm>
            <a:off x="1251439" y="5612505"/>
            <a:ext cx="9409948" cy="707886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Arduino software sends out a short trigger pulse that triggers the US transmission</a:t>
            </a:r>
          </a:p>
          <a:p>
            <a:r>
              <a:rPr lang="en-IE" sz="2000" dirty="0">
                <a:solidFill>
                  <a:srgbClr val="FFFF00"/>
                </a:solidFill>
              </a:rPr>
              <a:t>Then use the </a:t>
            </a:r>
            <a:r>
              <a:rPr lang="en-IE" sz="2000" dirty="0" err="1">
                <a:solidFill>
                  <a:srgbClr val="FFFF00"/>
                </a:solidFill>
              </a:rPr>
              <a:t>PulseIn</a:t>
            </a:r>
            <a:r>
              <a:rPr lang="en-IE" sz="2000" dirty="0">
                <a:solidFill>
                  <a:srgbClr val="FFFF00"/>
                </a:solidFill>
              </a:rPr>
              <a:t>() function to measure the time</a:t>
            </a:r>
          </a:p>
        </p:txBody>
      </p:sp>
    </p:spTree>
    <p:extLst>
      <p:ext uri="{BB962C8B-B14F-4D97-AF65-F5344CB8AC3E}">
        <p14:creationId xmlns:p14="http://schemas.microsoft.com/office/powerpoint/2010/main" val="233206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8F4F-2BEA-B388-8879-108996D2E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BC054-9E82-1936-ED53-653FCB8F1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Connect VCC to any VCC on the MF Shield</a:t>
            </a:r>
          </a:p>
          <a:p>
            <a:r>
              <a:rPr lang="en-IE" dirty="0"/>
              <a:t>Connect GND to any GND on the MF Shield</a:t>
            </a:r>
          </a:p>
          <a:p>
            <a:r>
              <a:rPr lang="en-IE" dirty="0"/>
              <a:t>Connect Trig to D7 on the MF Shield</a:t>
            </a:r>
          </a:p>
          <a:p>
            <a:r>
              <a:rPr lang="en-IE" dirty="0"/>
              <a:t>Connect Echo to D8 on the MF Shield</a:t>
            </a:r>
          </a:p>
          <a:p>
            <a:endParaRPr lang="en-IE" dirty="0"/>
          </a:p>
          <a:p>
            <a:r>
              <a:rPr lang="en-IE" dirty="0"/>
              <a:t>Check with me before applying Power!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6F3A8-5ACA-8FED-B795-7324C2E9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E4DE6-2D5E-884F-CA0B-D951D67FC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B1D30-13C2-5E56-5859-8DCA9094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77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94CB-C5D0-8AFB-3CFE-244649F8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Ultrasonic Example Sketch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94681-1729-45B6-E01F-CC2A59C92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6330D-7B6E-2641-5E8D-C61D81E2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C3175-6102-3516-F833-486785BA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D88CA4-8F86-9497-7354-ABE7163B8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1" y="1019935"/>
            <a:ext cx="6456584" cy="58380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02CB1A-9D31-6579-5926-251DBE3CA4C7}"/>
              </a:ext>
            </a:extLst>
          </p:cNvPr>
          <p:cNvSpPr txBox="1"/>
          <p:nvPr/>
        </p:nvSpPr>
        <p:spPr>
          <a:xfrm>
            <a:off x="7680268" y="404664"/>
            <a:ext cx="44398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Navigate to github.com/CiaranW5/</a:t>
            </a:r>
            <a:r>
              <a:rPr lang="en-IE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SteamCourse</a:t>
            </a:r>
            <a:endParaRPr lang="en-IE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E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 select Example Sketches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1AD6A1-FADE-A581-C44D-AB605C1CCB88}"/>
              </a:ext>
            </a:extLst>
          </p:cNvPr>
          <p:cNvSpPr txBox="1"/>
          <p:nvPr/>
        </p:nvSpPr>
        <p:spPr>
          <a:xfrm>
            <a:off x="7248128" y="2564904"/>
            <a:ext cx="4871956" cy="83099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rgbClr val="FFFF00"/>
                </a:solidFill>
              </a:rPr>
              <a:t>Select Ultrasonic_Distance_HCSR04.ino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A0F421-985E-8465-4366-36DBB9CACBF6}"/>
              </a:ext>
            </a:extLst>
          </p:cNvPr>
          <p:cNvCxnSpPr>
            <a:stCxn id="11" idx="2"/>
          </p:cNvCxnSpPr>
          <p:nvPr/>
        </p:nvCxnSpPr>
        <p:spPr bwMode="auto">
          <a:xfrm flipH="1">
            <a:off x="6600056" y="3395901"/>
            <a:ext cx="3084050" cy="29854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6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5ED23-ECC6-C4D3-5736-2DED936B0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E3F30-1251-4E52-5475-348E0F2D2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Ultrasonic Example Sketch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E8D22-7F82-4D5D-47B9-EBD0DB2B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D9ABB-7DFE-B177-BCCF-8E9D4A15F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3C70D-B770-5752-8FDC-DCF72154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CC68E-123E-C865-1714-815FE121795D}"/>
              </a:ext>
            </a:extLst>
          </p:cNvPr>
          <p:cNvSpPr txBox="1"/>
          <p:nvPr/>
        </p:nvSpPr>
        <p:spPr>
          <a:xfrm>
            <a:off x="7248128" y="2564904"/>
            <a:ext cx="4871956" cy="83099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rgbClr val="FFFF00"/>
                </a:solidFill>
              </a:rPr>
              <a:t>Select Ultrasonic_Distance_HCSR04.ino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B9500E-3E07-3CBE-6C01-24BA9221C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662"/>
            <a:ext cx="12192000" cy="408467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69CD18-231E-01D3-6016-3E966BA56AD8}"/>
              </a:ext>
            </a:extLst>
          </p:cNvPr>
          <p:cNvCxnSpPr>
            <a:cxnSpLocks/>
          </p:cNvCxnSpPr>
          <p:nvPr/>
        </p:nvCxnSpPr>
        <p:spPr bwMode="auto">
          <a:xfrm flipV="1">
            <a:off x="8256240" y="3395901"/>
            <a:ext cx="2448272" cy="190530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C74532-9F19-9926-3257-1A292BE5C5D7}"/>
              </a:ext>
            </a:extLst>
          </p:cNvPr>
          <p:cNvSpPr txBox="1"/>
          <p:nvPr/>
        </p:nvSpPr>
        <p:spPr>
          <a:xfrm>
            <a:off x="5073959" y="5156292"/>
            <a:ext cx="3182281" cy="400110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IE" sz="2000" dirty="0">
                <a:solidFill>
                  <a:srgbClr val="FFFF00"/>
                </a:solidFill>
              </a:rPr>
              <a:t>Select Download Raw File</a:t>
            </a:r>
          </a:p>
        </p:txBody>
      </p:sp>
    </p:spTree>
    <p:extLst>
      <p:ext uri="{BB962C8B-B14F-4D97-AF65-F5344CB8AC3E}">
        <p14:creationId xmlns:p14="http://schemas.microsoft.com/office/powerpoint/2010/main" val="165689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BD5F-903A-95C0-2B86-E72AD92F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Example sketch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D238BD-4B0C-AA11-1FFB-EE337B78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Spring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DB7B7-BAC9-FE22-1A6D-5A3DCA05B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5659C-9914-5A90-896F-8CDBC80A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7A530B-C73A-ACF8-2ED3-3921A2CF1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67" y="1832884"/>
            <a:ext cx="8335538" cy="48679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E4CFBC-312F-5C56-E88C-881ED1D4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533" y="1982404"/>
            <a:ext cx="2410493" cy="14722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5C7B14-6D49-500B-8E3C-36C3D2FD306D}"/>
              </a:ext>
            </a:extLst>
          </p:cNvPr>
          <p:cNvSpPr txBox="1"/>
          <p:nvPr/>
        </p:nvSpPr>
        <p:spPr>
          <a:xfrm>
            <a:off x="5015880" y="962724"/>
            <a:ext cx="6093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dirty="0"/>
              <a:t>Connect up your Arduino and Shield, select the correct board and download the sketch to the board: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F6191F-DED7-3330-21E1-0F86CADC7D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487488" y="3007868"/>
            <a:ext cx="6048672" cy="186129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D6F4AD8-60F7-62BD-F358-E24222C4F0CB}"/>
              </a:ext>
            </a:extLst>
          </p:cNvPr>
          <p:cNvSpPr txBox="1"/>
          <p:nvPr/>
        </p:nvSpPr>
        <p:spPr>
          <a:xfrm>
            <a:off x="7583064" y="4684494"/>
            <a:ext cx="2121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Use the Arrow icon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8AE074-B015-9B11-CE9D-99FD5196ED0D}"/>
              </a:ext>
            </a:extLst>
          </p:cNvPr>
          <p:cNvSpPr txBox="1"/>
          <p:nvPr/>
        </p:nvSpPr>
        <p:spPr>
          <a:xfrm>
            <a:off x="8478408" y="3709185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Then open the Serial Monitor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2E65C0-DA7C-6928-722F-7BFCC52C608A}"/>
              </a:ext>
            </a:extLst>
          </p:cNvPr>
          <p:cNvCxnSpPr/>
          <p:nvPr/>
        </p:nvCxnSpPr>
        <p:spPr bwMode="auto">
          <a:xfrm flipV="1">
            <a:off x="10344472" y="3007868"/>
            <a:ext cx="936104" cy="63715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98707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282</Words>
  <Application>Microsoft Office PowerPoint</Application>
  <PresentationFormat>Widescreen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SimSun</vt:lpstr>
      <vt:lpstr>Tahoma</vt:lpstr>
      <vt:lpstr>Arial</vt:lpstr>
      <vt:lpstr>Wingdings</vt:lpstr>
      <vt:lpstr>Edge</vt:lpstr>
      <vt:lpstr>Blends</vt:lpstr>
      <vt:lpstr> Introduction to Embedded Systems using Arduino</vt:lpstr>
      <vt:lpstr>What we’ll do today:</vt:lpstr>
      <vt:lpstr>Multifunction Shield Diagram</vt:lpstr>
      <vt:lpstr>HCSR04 Ultrasonic Distance Measurement</vt:lpstr>
      <vt:lpstr>Connections</vt:lpstr>
      <vt:lpstr>Ultrasonic Example Sketch</vt:lpstr>
      <vt:lpstr>Ultrasonic Example Sketch (2)</vt:lpstr>
      <vt:lpstr>Using the Example sketch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ET4047 Embedded Software</dc:title>
  <dc:creator>Ciaran MacNamee</dc:creator>
  <cp:lastModifiedBy>Ciaran MacNamee</cp:lastModifiedBy>
  <cp:revision>53</cp:revision>
  <dcterms:created xsi:type="dcterms:W3CDTF">2020-09-17T11:39:01Z</dcterms:created>
  <dcterms:modified xsi:type="dcterms:W3CDTF">2026-03-20T16:38:14Z</dcterms:modified>
</cp:coreProperties>
</file>