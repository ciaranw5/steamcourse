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9" r:id="rId1"/>
    <p:sldMasterId id="2147483880" r:id="rId2"/>
  </p:sldMasterIdLst>
  <p:notesMasterIdLst>
    <p:notesMasterId r:id="rId31"/>
  </p:notesMasterIdLst>
  <p:handoutMasterIdLst>
    <p:handoutMasterId r:id="rId32"/>
  </p:handoutMasterIdLst>
  <p:sldIdLst>
    <p:sldId id="256" r:id="rId3"/>
    <p:sldId id="456" r:id="rId4"/>
    <p:sldId id="465" r:id="rId5"/>
    <p:sldId id="478" r:id="rId6"/>
    <p:sldId id="466" r:id="rId7"/>
    <p:sldId id="475" r:id="rId8"/>
    <p:sldId id="479" r:id="rId9"/>
    <p:sldId id="481" r:id="rId10"/>
    <p:sldId id="482" r:id="rId11"/>
    <p:sldId id="480" r:id="rId12"/>
    <p:sldId id="483" r:id="rId13"/>
    <p:sldId id="484" r:id="rId14"/>
    <p:sldId id="490" r:id="rId15"/>
    <p:sldId id="491" r:id="rId16"/>
    <p:sldId id="492" r:id="rId17"/>
    <p:sldId id="485" r:id="rId18"/>
    <p:sldId id="487" r:id="rId19"/>
    <p:sldId id="489" r:id="rId20"/>
    <p:sldId id="477" r:id="rId21"/>
    <p:sldId id="467" r:id="rId22"/>
    <p:sldId id="468" r:id="rId23"/>
    <p:sldId id="469" r:id="rId24"/>
    <p:sldId id="470" r:id="rId25"/>
    <p:sldId id="471" r:id="rId26"/>
    <p:sldId id="472" r:id="rId27"/>
    <p:sldId id="473" r:id="rId28"/>
    <p:sldId id="474" r:id="rId29"/>
    <p:sldId id="476" r:id="rId30"/>
  </p:sldIdLst>
  <p:sldSz cx="12192000" cy="6858000"/>
  <p:notesSz cx="6858000" cy="9945688"/>
  <p:embeddedFontLst>
    <p:embeddedFont>
      <p:font typeface="Tahoma" panose="020B0604030504040204" pitchFamily="34" charset="0"/>
      <p:regular r:id="rId33"/>
      <p:bold r:id="rId34"/>
    </p:embeddedFont>
  </p:embeddedFontLst>
  <p:defaultTextStyle>
    <a:defPPr>
      <a:defRPr lang="en-I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B3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6663A7-F56F-455D-AC71-5BCD46F3B9AA}" v="19" dt="2026-01-23T16:38:39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 autoAdjust="0"/>
    <p:restoredTop sz="94660"/>
  </p:normalViewPr>
  <p:slideViewPr>
    <p:cSldViewPr>
      <p:cViewPr varScale="1">
        <p:scale>
          <a:sx n="51" d="100"/>
          <a:sy n="51" d="100"/>
        </p:scale>
        <p:origin x="1224" y="2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ran MacNamee" userId="69a45ed0f0931cfc" providerId="LiveId" clId="{586D7335-4DCD-401A-9680-1FD0A416AC09}"/>
    <pc:docChg chg="modSld">
      <pc:chgData name="Ciaran MacNamee" userId="69a45ed0f0931cfc" providerId="LiveId" clId="{586D7335-4DCD-401A-9680-1FD0A416AC09}" dt="2026-01-16T22:12:02.323" v="5" actId="729"/>
      <pc:docMkLst>
        <pc:docMk/>
      </pc:docMkLst>
      <pc:sldChg chg="modSp mod">
        <pc:chgData name="Ciaran MacNamee" userId="69a45ed0f0931cfc" providerId="LiveId" clId="{586D7335-4DCD-401A-9680-1FD0A416AC09}" dt="2026-01-16T13:22:39.363" v="2" actId="6549"/>
        <pc:sldMkLst>
          <pc:docMk/>
          <pc:sldMk cId="0" sldId="256"/>
        </pc:sldMkLst>
        <pc:spChg chg="mod">
          <ac:chgData name="Ciaran MacNamee" userId="69a45ed0f0931cfc" providerId="LiveId" clId="{586D7335-4DCD-401A-9680-1FD0A416AC09}" dt="2026-01-16T13:22:39.363" v="2" actId="6549"/>
          <ac:spMkLst>
            <pc:docMk/>
            <pc:sldMk cId="0" sldId="256"/>
            <ac:spMk id="5125" creationId="{00000000-0000-0000-0000-000000000000}"/>
          </ac:spMkLst>
        </pc:spChg>
      </pc:sldChg>
      <pc:sldChg chg="modSp mod">
        <pc:chgData name="Ciaran MacNamee" userId="69a45ed0f0931cfc" providerId="LiveId" clId="{586D7335-4DCD-401A-9680-1FD0A416AC09}" dt="2026-01-15T23:21:41.001" v="0" actId="6549"/>
        <pc:sldMkLst>
          <pc:docMk/>
          <pc:sldMk cId="3591077056" sldId="456"/>
        </pc:sldMkLst>
        <pc:spChg chg="mod">
          <ac:chgData name="Ciaran MacNamee" userId="69a45ed0f0931cfc" providerId="LiveId" clId="{586D7335-4DCD-401A-9680-1FD0A416AC09}" dt="2026-01-15T23:21:41.001" v="0" actId="6549"/>
          <ac:spMkLst>
            <pc:docMk/>
            <pc:sldMk cId="3591077056" sldId="456"/>
            <ac:spMk id="3" creationId="{00000000-0000-0000-0000-000000000000}"/>
          </ac:spMkLst>
        </pc:spChg>
      </pc:sldChg>
      <pc:sldChg chg="mod modShow">
        <pc:chgData name="Ciaran MacNamee" userId="69a45ed0f0931cfc" providerId="LiveId" clId="{586D7335-4DCD-401A-9680-1FD0A416AC09}" dt="2026-01-16T22:11:43.784" v="3" actId="729"/>
        <pc:sldMkLst>
          <pc:docMk/>
          <pc:sldMk cId="4292425427" sldId="469"/>
        </pc:sldMkLst>
      </pc:sldChg>
      <pc:sldChg chg="mod modShow">
        <pc:chgData name="Ciaran MacNamee" userId="69a45ed0f0931cfc" providerId="LiveId" clId="{586D7335-4DCD-401A-9680-1FD0A416AC09}" dt="2026-01-16T22:11:46.508" v="4" actId="729"/>
        <pc:sldMkLst>
          <pc:docMk/>
          <pc:sldMk cId="3697716737" sldId="470"/>
        </pc:sldMkLst>
      </pc:sldChg>
      <pc:sldChg chg="mod modShow">
        <pc:chgData name="Ciaran MacNamee" userId="69a45ed0f0931cfc" providerId="LiveId" clId="{586D7335-4DCD-401A-9680-1FD0A416AC09}" dt="2026-01-16T22:12:02.323" v="5" actId="729"/>
        <pc:sldMkLst>
          <pc:docMk/>
          <pc:sldMk cId="47490023" sldId="471"/>
        </pc:sldMkLst>
      </pc:sldChg>
    </pc:docChg>
  </pc:docChgLst>
  <pc:docChgLst>
    <pc:chgData name="Ciaran MacNamee" userId="69a45ed0f0931cfc" providerId="LiveId" clId="{0F7B47A0-16B6-4A23-8885-E9A1704BCDE3}"/>
    <pc:docChg chg="custSel addSld delSld modSld sldOrd">
      <pc:chgData name="Ciaran MacNamee" userId="69a45ed0f0931cfc" providerId="LiveId" clId="{0F7B47A0-16B6-4A23-8885-E9A1704BCDE3}" dt="2026-01-23T17:05:46.103" v="4994" actId="20577"/>
      <pc:docMkLst>
        <pc:docMk/>
      </pc:docMkLst>
      <pc:sldChg chg="modSp mod">
        <pc:chgData name="Ciaran MacNamee" userId="69a45ed0f0931cfc" providerId="LiveId" clId="{0F7B47A0-16B6-4A23-8885-E9A1704BCDE3}" dt="2026-01-22T15:06:05.887" v="2" actId="20577"/>
        <pc:sldMkLst>
          <pc:docMk/>
          <pc:sldMk cId="0" sldId="256"/>
        </pc:sldMkLst>
        <pc:spChg chg="mod">
          <ac:chgData name="Ciaran MacNamee" userId="69a45ed0f0931cfc" providerId="LiveId" clId="{0F7B47A0-16B6-4A23-8885-E9A1704BCDE3}" dt="2026-01-14T20:02:04.755" v="0"/>
          <ac:spMkLst>
            <pc:docMk/>
            <pc:sldMk cId="0" sldId="256"/>
            <ac:spMk id="5125" creationId="{00000000-0000-0000-0000-000000000000}"/>
          </ac:spMkLst>
        </pc:spChg>
        <pc:spChg chg="mod">
          <ac:chgData name="Ciaran MacNamee" userId="69a45ed0f0931cfc" providerId="LiveId" clId="{0F7B47A0-16B6-4A23-8885-E9A1704BCDE3}" dt="2026-01-22T15:06:05.887" v="2" actId="20577"/>
          <ac:spMkLst>
            <pc:docMk/>
            <pc:sldMk cId="0" sldId="256"/>
            <ac:spMk id="5126" creationId="{00000000-0000-0000-0000-000000000000}"/>
          </ac:spMkLst>
        </pc:spChg>
      </pc:sldChg>
      <pc:sldChg chg="modSp mod">
        <pc:chgData name="Ciaran MacNamee" userId="69a45ed0f0931cfc" providerId="LiveId" clId="{0F7B47A0-16B6-4A23-8885-E9A1704BCDE3}" dt="2026-01-22T15:13:36.857" v="456" actId="20577"/>
        <pc:sldMkLst>
          <pc:docMk/>
          <pc:sldMk cId="4175422362" sldId="465"/>
        </pc:sldMkLst>
        <pc:spChg chg="mod">
          <ac:chgData name="Ciaran MacNamee" userId="69a45ed0f0931cfc" providerId="LiveId" clId="{0F7B47A0-16B6-4A23-8885-E9A1704BCDE3}" dt="2026-01-22T15:13:36.857" v="456" actId="20577"/>
          <ac:spMkLst>
            <pc:docMk/>
            <pc:sldMk cId="4175422362" sldId="465"/>
            <ac:spMk id="3" creationId="{00000000-0000-0000-0000-000000000000}"/>
          </ac:spMkLst>
        </pc:spChg>
      </pc:sldChg>
      <pc:sldChg chg="modSp mod">
        <pc:chgData name="Ciaran MacNamee" userId="69a45ed0f0931cfc" providerId="LiveId" clId="{0F7B47A0-16B6-4A23-8885-E9A1704BCDE3}" dt="2026-01-23T16:43:01.625" v="4928" actId="20577"/>
        <pc:sldMkLst>
          <pc:docMk/>
          <pc:sldMk cId="1454080190" sldId="467"/>
        </pc:sldMkLst>
        <pc:spChg chg="mod">
          <ac:chgData name="Ciaran MacNamee" userId="69a45ed0f0931cfc" providerId="LiveId" clId="{0F7B47A0-16B6-4A23-8885-E9A1704BCDE3}" dt="2026-01-23T16:43:01.625" v="4928" actId="20577"/>
          <ac:spMkLst>
            <pc:docMk/>
            <pc:sldMk cId="1454080190" sldId="467"/>
            <ac:spMk id="2" creationId="{00000000-0000-0000-0000-000000000000}"/>
          </ac:spMkLst>
        </pc:spChg>
      </pc:sldChg>
      <pc:sldChg chg="modSp mod">
        <pc:chgData name="Ciaran MacNamee" userId="69a45ed0f0931cfc" providerId="LiveId" clId="{0F7B47A0-16B6-4A23-8885-E9A1704BCDE3}" dt="2026-01-23T16:43:11.625" v="4930" actId="20577"/>
        <pc:sldMkLst>
          <pc:docMk/>
          <pc:sldMk cId="182704428" sldId="468"/>
        </pc:sldMkLst>
        <pc:spChg chg="mod">
          <ac:chgData name="Ciaran MacNamee" userId="69a45ed0f0931cfc" providerId="LiveId" clId="{0F7B47A0-16B6-4A23-8885-E9A1704BCDE3}" dt="2026-01-23T16:43:11.625" v="4930" actId="20577"/>
          <ac:spMkLst>
            <pc:docMk/>
            <pc:sldMk cId="182704428" sldId="468"/>
            <ac:spMk id="2" creationId="{00000000-0000-0000-0000-000000000000}"/>
          </ac:spMkLst>
        </pc:spChg>
        <pc:spChg chg="mod">
          <ac:chgData name="Ciaran MacNamee" userId="69a45ed0f0931cfc" providerId="LiveId" clId="{0F7B47A0-16B6-4A23-8885-E9A1704BCDE3}" dt="2026-01-23T15:25:53.209" v="3277" actId="14100"/>
          <ac:spMkLst>
            <pc:docMk/>
            <pc:sldMk cId="182704428" sldId="468"/>
            <ac:spMk id="7" creationId="{484FBCDC-3E44-4CCC-B8D3-031F75EDCBF6}"/>
          </ac:spMkLst>
        </pc:spChg>
        <pc:picChg chg="mod">
          <ac:chgData name="Ciaran MacNamee" userId="69a45ed0f0931cfc" providerId="LiveId" clId="{0F7B47A0-16B6-4A23-8885-E9A1704BCDE3}" dt="2026-01-23T15:25:41.608" v="3274" actId="14100"/>
          <ac:picMkLst>
            <pc:docMk/>
            <pc:sldMk cId="182704428" sldId="468"/>
            <ac:picMk id="9" creationId="{BE809EE8-05DC-E1FB-E103-EB0A6C3207BB}"/>
          </ac:picMkLst>
        </pc:picChg>
      </pc:sldChg>
      <pc:sldChg chg="modSp mod">
        <pc:chgData name="Ciaran MacNamee" userId="69a45ed0f0931cfc" providerId="LiveId" clId="{0F7B47A0-16B6-4A23-8885-E9A1704BCDE3}" dt="2026-01-23T17:05:46.103" v="4994" actId="20577"/>
        <pc:sldMkLst>
          <pc:docMk/>
          <pc:sldMk cId="1651936360" sldId="473"/>
        </pc:sldMkLst>
        <pc:spChg chg="mod">
          <ac:chgData name="Ciaran MacNamee" userId="69a45ed0f0931cfc" providerId="LiveId" clId="{0F7B47A0-16B6-4A23-8885-E9A1704BCDE3}" dt="2026-01-23T17:05:46.103" v="4994" actId="20577"/>
          <ac:spMkLst>
            <pc:docMk/>
            <pc:sldMk cId="1651936360" sldId="473"/>
            <ac:spMk id="3" creationId="{6A91A1D9-ABEA-4F63-BB59-D81C92C0E4E6}"/>
          </ac:spMkLst>
        </pc:spChg>
      </pc:sldChg>
      <pc:sldChg chg="modSp mod ord">
        <pc:chgData name="Ciaran MacNamee" userId="69a45ed0f0931cfc" providerId="LiveId" clId="{0F7B47A0-16B6-4A23-8885-E9A1704BCDE3}" dt="2026-01-23T13:54:20.807" v="560" actId="14100"/>
        <pc:sldMkLst>
          <pc:docMk/>
          <pc:sldMk cId="1023794298" sldId="475"/>
        </pc:sldMkLst>
        <pc:picChg chg="mod">
          <ac:chgData name="Ciaran MacNamee" userId="69a45ed0f0931cfc" providerId="LiveId" clId="{0F7B47A0-16B6-4A23-8885-E9A1704BCDE3}" dt="2026-01-23T13:54:20.807" v="560" actId="14100"/>
          <ac:picMkLst>
            <pc:docMk/>
            <pc:sldMk cId="1023794298" sldId="475"/>
            <ac:picMk id="7" creationId="{9086F543-80AD-452F-9921-ECED0B543307}"/>
          </ac:picMkLst>
        </pc:picChg>
      </pc:sldChg>
      <pc:sldChg chg="add ord">
        <pc:chgData name="Ciaran MacNamee" userId="69a45ed0f0931cfc" providerId="LiveId" clId="{0F7B47A0-16B6-4A23-8885-E9A1704BCDE3}" dt="2026-01-23T15:19:35.447" v="2967"/>
        <pc:sldMkLst>
          <pc:docMk/>
          <pc:sldMk cId="3330009253" sldId="477"/>
        </pc:sldMkLst>
      </pc:sldChg>
      <pc:sldChg chg="add">
        <pc:chgData name="Ciaran MacNamee" userId="69a45ed0f0931cfc" providerId="LiveId" clId="{0F7B47A0-16B6-4A23-8885-E9A1704BCDE3}" dt="2026-01-22T15:10:24.628" v="255"/>
        <pc:sldMkLst>
          <pc:docMk/>
          <pc:sldMk cId="730868213" sldId="478"/>
        </pc:sldMkLst>
      </pc:sldChg>
      <pc:sldChg chg="modSp new mod ord">
        <pc:chgData name="Ciaran MacNamee" userId="69a45ed0f0931cfc" providerId="LiveId" clId="{0F7B47A0-16B6-4A23-8885-E9A1704BCDE3}" dt="2026-01-23T14:00:26.639" v="1127" actId="21"/>
        <pc:sldMkLst>
          <pc:docMk/>
          <pc:sldMk cId="2997084232" sldId="479"/>
        </pc:sldMkLst>
        <pc:spChg chg="mod">
          <ac:chgData name="Ciaran MacNamee" userId="69a45ed0f0931cfc" providerId="LiveId" clId="{0F7B47A0-16B6-4A23-8885-E9A1704BCDE3}" dt="2026-01-23T14:00:26.639" v="1127" actId="21"/>
          <ac:spMkLst>
            <pc:docMk/>
            <pc:sldMk cId="2997084232" sldId="479"/>
            <ac:spMk id="2" creationId="{CB58E895-6C72-36E8-8D77-FAFEBB2580B9}"/>
          </ac:spMkLst>
        </pc:spChg>
        <pc:spChg chg="mod">
          <ac:chgData name="Ciaran MacNamee" userId="69a45ed0f0931cfc" providerId="LiveId" clId="{0F7B47A0-16B6-4A23-8885-E9A1704BCDE3}" dt="2026-01-23T14:00:18.040" v="1126" actId="20577"/>
          <ac:spMkLst>
            <pc:docMk/>
            <pc:sldMk cId="2997084232" sldId="479"/>
            <ac:spMk id="3" creationId="{4F6CAC64-BFBB-3557-A19D-1F2EBB7C81B0}"/>
          </ac:spMkLst>
        </pc:spChg>
      </pc:sldChg>
      <pc:sldChg chg="modSp new del mod">
        <pc:chgData name="Ciaran MacNamee" userId="69a45ed0f0931cfc" providerId="LiveId" clId="{0F7B47A0-16B6-4A23-8885-E9A1704BCDE3}" dt="2026-01-22T15:15:00.039" v="495" actId="47"/>
        <pc:sldMkLst>
          <pc:docMk/>
          <pc:sldMk cId="3526396266" sldId="479"/>
        </pc:sldMkLst>
        <pc:spChg chg="mod">
          <ac:chgData name="Ciaran MacNamee" userId="69a45ed0f0931cfc" providerId="LiveId" clId="{0F7B47A0-16B6-4A23-8885-E9A1704BCDE3}" dt="2026-01-22T15:14:40.461" v="494" actId="20577"/>
          <ac:spMkLst>
            <pc:docMk/>
            <pc:sldMk cId="3526396266" sldId="479"/>
            <ac:spMk id="2" creationId="{D45AFA88-367B-D433-8A64-E2EAAC48AEFC}"/>
          </ac:spMkLst>
        </pc:spChg>
      </pc:sldChg>
      <pc:sldChg chg="modSp add mod">
        <pc:chgData name="Ciaran MacNamee" userId="69a45ed0f0931cfc" providerId="LiveId" clId="{0F7B47A0-16B6-4A23-8885-E9A1704BCDE3}" dt="2026-01-23T14:42:40.270" v="2007" actId="20577"/>
        <pc:sldMkLst>
          <pc:docMk/>
          <pc:sldMk cId="3736094708" sldId="480"/>
        </pc:sldMkLst>
        <pc:spChg chg="mod">
          <ac:chgData name="Ciaran MacNamee" userId="69a45ed0f0931cfc" providerId="LiveId" clId="{0F7B47A0-16B6-4A23-8885-E9A1704BCDE3}" dt="2026-01-23T14:42:40.270" v="2007" actId="20577"/>
          <ac:spMkLst>
            <pc:docMk/>
            <pc:sldMk cId="3736094708" sldId="480"/>
            <ac:spMk id="3" creationId="{5FC08461-71BD-6101-4697-C382D7F343E2}"/>
          </ac:spMkLst>
        </pc:spChg>
      </pc:sldChg>
      <pc:sldChg chg="modSp add mod">
        <pc:chgData name="Ciaran MacNamee" userId="69a45ed0f0931cfc" providerId="LiveId" clId="{0F7B47A0-16B6-4A23-8885-E9A1704BCDE3}" dt="2026-01-23T14:04:54.617" v="1515" actId="20577"/>
        <pc:sldMkLst>
          <pc:docMk/>
          <pc:sldMk cId="1553419298" sldId="481"/>
        </pc:sldMkLst>
        <pc:spChg chg="mod">
          <ac:chgData name="Ciaran MacNamee" userId="69a45ed0f0931cfc" providerId="LiveId" clId="{0F7B47A0-16B6-4A23-8885-E9A1704BCDE3}" dt="2026-01-23T14:04:19.909" v="1474" actId="20577"/>
          <ac:spMkLst>
            <pc:docMk/>
            <pc:sldMk cId="1553419298" sldId="481"/>
            <ac:spMk id="2" creationId="{9E97E4B7-8BA9-1AED-B878-B1B646314EB0}"/>
          </ac:spMkLst>
        </pc:spChg>
        <pc:spChg chg="mod">
          <ac:chgData name="Ciaran MacNamee" userId="69a45ed0f0931cfc" providerId="LiveId" clId="{0F7B47A0-16B6-4A23-8885-E9A1704BCDE3}" dt="2026-01-23T14:04:54.617" v="1515" actId="20577"/>
          <ac:spMkLst>
            <pc:docMk/>
            <pc:sldMk cId="1553419298" sldId="481"/>
            <ac:spMk id="3" creationId="{9068A5F2-2262-69D9-E0C8-B09265106AEC}"/>
          </ac:spMkLst>
        </pc:spChg>
      </pc:sldChg>
      <pc:sldChg chg="modSp add mod">
        <pc:chgData name="Ciaran MacNamee" userId="69a45ed0f0931cfc" providerId="LiveId" clId="{0F7B47A0-16B6-4A23-8885-E9A1704BCDE3}" dt="2026-01-23T16:37:33.577" v="4793" actId="20577"/>
        <pc:sldMkLst>
          <pc:docMk/>
          <pc:sldMk cId="1154788946" sldId="482"/>
        </pc:sldMkLst>
        <pc:spChg chg="mod">
          <ac:chgData name="Ciaran MacNamee" userId="69a45ed0f0931cfc" providerId="LiveId" clId="{0F7B47A0-16B6-4A23-8885-E9A1704BCDE3}" dt="2026-01-23T14:04:28.376" v="1476" actId="20577"/>
          <ac:spMkLst>
            <pc:docMk/>
            <pc:sldMk cId="1154788946" sldId="482"/>
            <ac:spMk id="2" creationId="{15CC56BD-23CB-BC4A-7482-85E9A9393FFD}"/>
          </ac:spMkLst>
        </pc:spChg>
        <pc:spChg chg="mod">
          <ac:chgData name="Ciaran MacNamee" userId="69a45ed0f0931cfc" providerId="LiveId" clId="{0F7B47A0-16B6-4A23-8885-E9A1704BCDE3}" dt="2026-01-23T16:37:33.577" v="4793" actId="20577"/>
          <ac:spMkLst>
            <pc:docMk/>
            <pc:sldMk cId="1154788946" sldId="482"/>
            <ac:spMk id="3" creationId="{6D001B43-4E84-DBB5-588B-2C29C8FE9636}"/>
          </ac:spMkLst>
        </pc:spChg>
      </pc:sldChg>
      <pc:sldChg chg="addSp modSp new mod">
        <pc:chgData name="Ciaran MacNamee" userId="69a45ed0f0931cfc" providerId="LiveId" clId="{0F7B47A0-16B6-4A23-8885-E9A1704BCDE3}" dt="2026-01-23T14:46:47.612" v="2187" actId="20577"/>
        <pc:sldMkLst>
          <pc:docMk/>
          <pc:sldMk cId="2566271898" sldId="483"/>
        </pc:sldMkLst>
        <pc:spChg chg="mod">
          <ac:chgData name="Ciaran MacNamee" userId="69a45ed0f0931cfc" providerId="LiveId" clId="{0F7B47A0-16B6-4A23-8885-E9A1704BCDE3}" dt="2026-01-23T14:46:47.612" v="2187" actId="20577"/>
          <ac:spMkLst>
            <pc:docMk/>
            <pc:sldMk cId="2566271898" sldId="483"/>
            <ac:spMk id="2" creationId="{B3541D4B-B921-9032-614D-EE38DA23105A}"/>
          </ac:spMkLst>
        </pc:spChg>
        <pc:spChg chg="add mod">
          <ac:chgData name="Ciaran MacNamee" userId="69a45ed0f0931cfc" providerId="LiveId" clId="{0F7B47A0-16B6-4A23-8885-E9A1704BCDE3}" dt="2026-01-23T14:43:37.795" v="2039" actId="1076"/>
          <ac:spMkLst>
            <pc:docMk/>
            <pc:sldMk cId="2566271898" sldId="483"/>
            <ac:spMk id="7" creationId="{1A3ACA6D-01D2-D568-AA14-3389A412B1A0}"/>
          </ac:spMkLst>
        </pc:spChg>
        <pc:spChg chg="add mod">
          <ac:chgData name="Ciaran MacNamee" userId="69a45ed0f0931cfc" providerId="LiveId" clId="{0F7B47A0-16B6-4A23-8885-E9A1704BCDE3}" dt="2026-01-23T14:46:38.666" v="2183" actId="1076"/>
          <ac:spMkLst>
            <pc:docMk/>
            <pc:sldMk cId="2566271898" sldId="483"/>
            <ac:spMk id="8" creationId="{A1BA6F56-C4CB-CC2B-92D1-DBA05E7C15FB}"/>
          </ac:spMkLst>
        </pc:spChg>
      </pc:sldChg>
      <pc:sldChg chg="addSp delSp modSp add mod">
        <pc:chgData name="Ciaran MacNamee" userId="69a45ed0f0931cfc" providerId="LiveId" clId="{0F7B47A0-16B6-4A23-8885-E9A1704BCDE3}" dt="2026-01-23T16:39:42.702" v="4833" actId="6549"/>
        <pc:sldMkLst>
          <pc:docMk/>
          <pc:sldMk cId="621493682" sldId="484"/>
        </pc:sldMkLst>
        <pc:spChg chg="mod">
          <ac:chgData name="Ciaran MacNamee" userId="69a45ed0f0931cfc" providerId="LiveId" clId="{0F7B47A0-16B6-4A23-8885-E9A1704BCDE3}" dt="2026-01-23T14:52:51.618" v="2239" actId="14100"/>
          <ac:spMkLst>
            <pc:docMk/>
            <pc:sldMk cId="621493682" sldId="484"/>
            <ac:spMk id="2" creationId="{18DF97B1-9051-E903-869D-D9ED6C3CE42A}"/>
          </ac:spMkLst>
        </pc:spChg>
        <pc:spChg chg="add mod">
          <ac:chgData name="Ciaran MacNamee" userId="69a45ed0f0931cfc" providerId="LiveId" clId="{0F7B47A0-16B6-4A23-8885-E9A1704BCDE3}" dt="2026-01-23T16:39:42.702" v="4833" actId="6549"/>
          <ac:spMkLst>
            <pc:docMk/>
            <pc:sldMk cId="621493682" sldId="484"/>
            <ac:spMk id="6" creationId="{52EDCCBC-64C5-3E64-A50A-BEC733DF0823}"/>
          </ac:spMkLst>
        </pc:spChg>
        <pc:spChg chg="mod">
          <ac:chgData name="Ciaran MacNamee" userId="69a45ed0f0931cfc" providerId="LiveId" clId="{0F7B47A0-16B6-4A23-8885-E9A1704BCDE3}" dt="2026-01-23T16:38:35.264" v="4795" actId="20577"/>
          <ac:spMkLst>
            <pc:docMk/>
            <pc:sldMk cId="621493682" sldId="484"/>
            <ac:spMk id="7" creationId="{E71447AD-0BC3-671B-FD26-1F167562F0F3}"/>
          </ac:spMkLst>
        </pc:spChg>
        <pc:spChg chg="del mod">
          <ac:chgData name="Ciaran MacNamee" userId="69a45ed0f0931cfc" providerId="LiveId" clId="{0F7B47A0-16B6-4A23-8885-E9A1704BCDE3}" dt="2026-01-23T14:47:11.278" v="2191" actId="478"/>
          <ac:spMkLst>
            <pc:docMk/>
            <pc:sldMk cId="621493682" sldId="484"/>
            <ac:spMk id="8" creationId="{AA22046B-3CA8-92DC-C4D8-AB54F6E29B1A}"/>
          </ac:spMkLst>
        </pc:spChg>
        <pc:spChg chg="add mod">
          <ac:chgData name="Ciaran MacNamee" userId="69a45ed0f0931cfc" providerId="LiveId" clId="{0F7B47A0-16B6-4A23-8885-E9A1704BCDE3}" dt="2026-01-23T16:39:36.184" v="4827" actId="1076"/>
          <ac:spMkLst>
            <pc:docMk/>
            <pc:sldMk cId="621493682" sldId="484"/>
            <ac:spMk id="9" creationId="{5CBBE637-5197-D6BC-8E6F-3B14E3FD8B17}"/>
          </ac:spMkLst>
        </pc:spChg>
      </pc:sldChg>
      <pc:sldChg chg="modSp new mod">
        <pc:chgData name="Ciaran MacNamee" userId="69a45ed0f0931cfc" providerId="LiveId" clId="{0F7B47A0-16B6-4A23-8885-E9A1704BCDE3}" dt="2026-01-23T15:19:27.790" v="2965" actId="20577"/>
        <pc:sldMkLst>
          <pc:docMk/>
          <pc:sldMk cId="853794596" sldId="485"/>
        </pc:sldMkLst>
        <pc:spChg chg="mod">
          <ac:chgData name="Ciaran MacNamee" userId="69a45ed0f0931cfc" providerId="LiveId" clId="{0F7B47A0-16B6-4A23-8885-E9A1704BCDE3}" dt="2026-01-23T14:56:14.759" v="2357" actId="20577"/>
          <ac:spMkLst>
            <pc:docMk/>
            <pc:sldMk cId="853794596" sldId="485"/>
            <ac:spMk id="2" creationId="{373CA3FF-B515-851E-2835-F182B1C61D75}"/>
          </ac:spMkLst>
        </pc:spChg>
        <pc:spChg chg="mod">
          <ac:chgData name="Ciaran MacNamee" userId="69a45ed0f0931cfc" providerId="LiveId" clId="{0F7B47A0-16B6-4A23-8885-E9A1704BCDE3}" dt="2026-01-23T15:19:27.790" v="2965" actId="20577"/>
          <ac:spMkLst>
            <pc:docMk/>
            <pc:sldMk cId="853794596" sldId="485"/>
            <ac:spMk id="3" creationId="{51A6EEA6-0B27-BF0B-A9BA-46E6F8701873}"/>
          </ac:spMkLst>
        </pc:spChg>
      </pc:sldChg>
      <pc:sldChg chg="addSp modSp new del mod">
        <pc:chgData name="Ciaran MacNamee" userId="69a45ed0f0931cfc" providerId="LiveId" clId="{0F7B47A0-16B6-4A23-8885-E9A1704BCDE3}" dt="2026-01-23T15:58:47.739" v="3278" actId="47"/>
        <pc:sldMkLst>
          <pc:docMk/>
          <pc:sldMk cId="1424559233" sldId="486"/>
        </pc:sldMkLst>
        <pc:spChg chg="add mod">
          <ac:chgData name="Ciaran MacNamee" userId="69a45ed0f0931cfc" providerId="LiveId" clId="{0F7B47A0-16B6-4A23-8885-E9A1704BCDE3}" dt="2026-01-23T15:15:05.301" v="2702" actId="207"/>
          <ac:spMkLst>
            <pc:docMk/>
            <pc:sldMk cId="1424559233" sldId="486"/>
            <ac:spMk id="7" creationId="{CE051231-A529-236E-A273-914576836C3C}"/>
          </ac:spMkLst>
        </pc:spChg>
        <pc:spChg chg="add mod">
          <ac:chgData name="Ciaran MacNamee" userId="69a45ed0f0931cfc" providerId="LiveId" clId="{0F7B47A0-16B6-4A23-8885-E9A1704BCDE3}" dt="2026-01-23T15:14:54.736" v="2700" actId="207"/>
          <ac:spMkLst>
            <pc:docMk/>
            <pc:sldMk cId="1424559233" sldId="486"/>
            <ac:spMk id="8" creationId="{3FE67F49-F413-F8D1-9CBE-2FEA1BF04DD7}"/>
          </ac:spMkLst>
        </pc:spChg>
        <pc:picChg chg="add">
          <ac:chgData name="Ciaran MacNamee" userId="69a45ed0f0931cfc" providerId="LiveId" clId="{0F7B47A0-16B6-4A23-8885-E9A1704BCDE3}" dt="2026-01-23T15:13:50.373" v="2634" actId="22"/>
          <ac:picMkLst>
            <pc:docMk/>
            <pc:sldMk cId="1424559233" sldId="486"/>
            <ac:picMk id="6" creationId="{DCF4273E-402C-A7AD-F0DC-FA201EC5FC59}"/>
          </ac:picMkLst>
        </pc:picChg>
        <pc:cxnChg chg="add mod">
          <ac:chgData name="Ciaran MacNamee" userId="69a45ed0f0931cfc" providerId="LiveId" clId="{0F7B47A0-16B6-4A23-8885-E9A1704BCDE3}" dt="2026-01-23T15:15:15.494" v="2704" actId="13822"/>
          <ac:cxnSpMkLst>
            <pc:docMk/>
            <pc:sldMk cId="1424559233" sldId="486"/>
            <ac:cxnSpMk id="10" creationId="{DE525540-462D-8BB8-C8B3-68096C77F59D}"/>
          </ac:cxnSpMkLst>
        </pc:cxnChg>
      </pc:sldChg>
      <pc:sldChg chg="new del">
        <pc:chgData name="Ciaran MacNamee" userId="69a45ed0f0931cfc" providerId="LiveId" clId="{0F7B47A0-16B6-4A23-8885-E9A1704BCDE3}" dt="2026-01-23T15:13:43.226" v="2632" actId="47"/>
        <pc:sldMkLst>
          <pc:docMk/>
          <pc:sldMk cId="2039154659" sldId="486"/>
        </pc:sldMkLst>
      </pc:sldChg>
      <pc:sldChg chg="addSp modSp new mod">
        <pc:chgData name="Ciaran MacNamee" userId="69a45ed0f0931cfc" providerId="LiveId" clId="{0F7B47A0-16B6-4A23-8885-E9A1704BCDE3}" dt="2026-01-23T15:21:41.146" v="3017" actId="13822"/>
        <pc:sldMkLst>
          <pc:docMk/>
          <pc:sldMk cId="750298984" sldId="487"/>
        </pc:sldMkLst>
        <pc:spChg chg="add mod">
          <ac:chgData name="Ciaran MacNamee" userId="69a45ed0f0931cfc" providerId="LiveId" clId="{0F7B47A0-16B6-4A23-8885-E9A1704BCDE3}" dt="2026-01-23T15:17:29.547" v="2773" actId="14100"/>
          <ac:spMkLst>
            <pc:docMk/>
            <pc:sldMk cId="750298984" sldId="487"/>
            <ac:spMk id="7" creationId="{965738FC-25D0-A24D-6A3F-B30C35BA9FD6}"/>
          </ac:spMkLst>
        </pc:spChg>
        <pc:spChg chg="add mod">
          <ac:chgData name="Ciaran MacNamee" userId="69a45ed0f0931cfc" providerId="LiveId" clId="{0F7B47A0-16B6-4A23-8885-E9A1704BCDE3}" dt="2026-01-23T15:20:24.401" v="2971" actId="1076"/>
          <ac:spMkLst>
            <pc:docMk/>
            <pc:sldMk cId="750298984" sldId="487"/>
            <ac:spMk id="10" creationId="{FADE6A22-6348-44D4-0D46-3B27DE7ADDF1}"/>
          </ac:spMkLst>
        </pc:spChg>
        <pc:spChg chg="add mod">
          <ac:chgData name="Ciaran MacNamee" userId="69a45ed0f0931cfc" providerId="LiveId" clId="{0F7B47A0-16B6-4A23-8885-E9A1704BCDE3}" dt="2026-01-23T15:21:31.586" v="3015" actId="1076"/>
          <ac:spMkLst>
            <pc:docMk/>
            <pc:sldMk cId="750298984" sldId="487"/>
            <ac:spMk id="14" creationId="{4C8E3F01-1DD4-5976-9228-31F17338E152}"/>
          </ac:spMkLst>
        </pc:spChg>
        <pc:picChg chg="add mod">
          <ac:chgData name="Ciaran MacNamee" userId="69a45ed0f0931cfc" providerId="LiveId" clId="{0F7B47A0-16B6-4A23-8885-E9A1704BCDE3}" dt="2026-01-23T15:20:15.677" v="2969" actId="1076"/>
          <ac:picMkLst>
            <pc:docMk/>
            <pc:sldMk cId="750298984" sldId="487"/>
            <ac:picMk id="6" creationId="{AB20DB9A-F235-04A2-C898-E45DE1BA4FAE}"/>
          </ac:picMkLst>
        </pc:picChg>
        <pc:cxnChg chg="add mod">
          <ac:chgData name="Ciaran MacNamee" userId="69a45ed0f0931cfc" providerId="LiveId" clId="{0F7B47A0-16B6-4A23-8885-E9A1704BCDE3}" dt="2026-01-23T15:20:18.860" v="2970" actId="14100"/>
          <ac:cxnSpMkLst>
            <pc:docMk/>
            <pc:sldMk cId="750298984" sldId="487"/>
            <ac:cxnSpMk id="9" creationId="{584662E5-4145-F608-9116-D0FD05452F37}"/>
          </ac:cxnSpMkLst>
        </pc:cxnChg>
        <pc:cxnChg chg="add mod">
          <ac:chgData name="Ciaran MacNamee" userId="69a45ed0f0931cfc" providerId="LiveId" clId="{0F7B47A0-16B6-4A23-8885-E9A1704BCDE3}" dt="2026-01-23T15:20:32.487" v="2973" actId="13822"/>
          <ac:cxnSpMkLst>
            <pc:docMk/>
            <pc:sldMk cId="750298984" sldId="487"/>
            <ac:cxnSpMk id="13" creationId="{0FCCD20E-D71E-BFE6-39B7-70D587EDA97C}"/>
          </ac:cxnSpMkLst>
        </pc:cxnChg>
        <pc:cxnChg chg="add mod">
          <ac:chgData name="Ciaran MacNamee" userId="69a45ed0f0931cfc" providerId="LiveId" clId="{0F7B47A0-16B6-4A23-8885-E9A1704BCDE3}" dt="2026-01-23T15:21:41.146" v="3017" actId="13822"/>
          <ac:cxnSpMkLst>
            <pc:docMk/>
            <pc:sldMk cId="750298984" sldId="487"/>
            <ac:cxnSpMk id="16" creationId="{AE94768B-8F3D-0218-63C6-74AD322D73F3}"/>
          </ac:cxnSpMkLst>
        </pc:cxnChg>
      </pc:sldChg>
      <pc:sldChg chg="new del">
        <pc:chgData name="Ciaran MacNamee" userId="69a45ed0f0931cfc" providerId="LiveId" clId="{0F7B47A0-16B6-4A23-8885-E9A1704BCDE3}" dt="2026-01-23T15:24:23.651" v="3223" actId="47"/>
        <pc:sldMkLst>
          <pc:docMk/>
          <pc:sldMk cId="715048411" sldId="488"/>
        </pc:sldMkLst>
      </pc:sldChg>
      <pc:sldChg chg="modSp new mod">
        <pc:chgData name="Ciaran MacNamee" userId="69a45ed0f0931cfc" providerId="LiveId" clId="{0F7B47A0-16B6-4A23-8885-E9A1704BCDE3}" dt="2026-01-23T15:25:02.182" v="3273" actId="20577"/>
        <pc:sldMkLst>
          <pc:docMk/>
          <pc:sldMk cId="3812755462" sldId="489"/>
        </pc:sldMkLst>
        <pc:spChg chg="mod">
          <ac:chgData name="Ciaran MacNamee" userId="69a45ed0f0931cfc" providerId="LiveId" clId="{0F7B47A0-16B6-4A23-8885-E9A1704BCDE3}" dt="2026-01-23T15:22:39.130" v="3028" actId="20577"/>
          <ac:spMkLst>
            <pc:docMk/>
            <pc:sldMk cId="3812755462" sldId="489"/>
            <ac:spMk id="2" creationId="{B015806A-F035-591B-80B0-8F3B59E8AC6B}"/>
          </ac:spMkLst>
        </pc:spChg>
        <pc:spChg chg="mod">
          <ac:chgData name="Ciaran MacNamee" userId="69a45ed0f0931cfc" providerId="LiveId" clId="{0F7B47A0-16B6-4A23-8885-E9A1704BCDE3}" dt="2026-01-23T15:25:02.182" v="3273" actId="20577"/>
          <ac:spMkLst>
            <pc:docMk/>
            <pc:sldMk cId="3812755462" sldId="489"/>
            <ac:spMk id="3" creationId="{E58D59B1-E011-D413-5E76-17466254267E}"/>
          </ac:spMkLst>
        </pc:spChg>
      </pc:sldChg>
      <pc:sldChg chg="modSp new mod">
        <pc:chgData name="Ciaran MacNamee" userId="69a45ed0f0931cfc" providerId="LiveId" clId="{0F7B47A0-16B6-4A23-8885-E9A1704BCDE3}" dt="2026-01-23T16:05:57.331" v="3842" actId="20577"/>
        <pc:sldMkLst>
          <pc:docMk/>
          <pc:sldMk cId="3789417441" sldId="490"/>
        </pc:sldMkLst>
        <pc:spChg chg="mod">
          <ac:chgData name="Ciaran MacNamee" userId="69a45ed0f0931cfc" providerId="LiveId" clId="{0F7B47A0-16B6-4A23-8885-E9A1704BCDE3}" dt="2026-01-23T16:05:57.331" v="3842" actId="20577"/>
          <ac:spMkLst>
            <pc:docMk/>
            <pc:sldMk cId="3789417441" sldId="490"/>
            <ac:spMk id="2" creationId="{52403E46-B821-57AD-0D9C-1DF56E7ACDC4}"/>
          </ac:spMkLst>
        </pc:spChg>
        <pc:spChg chg="mod">
          <ac:chgData name="Ciaran MacNamee" userId="69a45ed0f0931cfc" providerId="LiveId" clId="{0F7B47A0-16B6-4A23-8885-E9A1704BCDE3}" dt="2026-01-23T16:05:50.555" v="3838" actId="20577"/>
          <ac:spMkLst>
            <pc:docMk/>
            <pc:sldMk cId="3789417441" sldId="490"/>
            <ac:spMk id="3" creationId="{39DD356D-EE04-0F9C-AEF5-E61DA0DAFF14}"/>
          </ac:spMkLst>
        </pc:spChg>
      </pc:sldChg>
      <pc:sldChg chg="modSp add mod">
        <pc:chgData name="Ciaran MacNamee" userId="69a45ed0f0931cfc" providerId="LiveId" clId="{0F7B47A0-16B6-4A23-8885-E9A1704BCDE3}" dt="2026-01-23T16:41:14.999" v="4913" actId="20577"/>
        <pc:sldMkLst>
          <pc:docMk/>
          <pc:sldMk cId="1067945678" sldId="491"/>
        </pc:sldMkLst>
        <pc:spChg chg="mod">
          <ac:chgData name="Ciaran MacNamee" userId="69a45ed0f0931cfc" providerId="LiveId" clId="{0F7B47A0-16B6-4A23-8885-E9A1704BCDE3}" dt="2026-01-23T16:06:06.453" v="3844" actId="20577"/>
          <ac:spMkLst>
            <pc:docMk/>
            <pc:sldMk cId="1067945678" sldId="491"/>
            <ac:spMk id="2" creationId="{A3301844-A3DC-E443-2D70-C5385942DD93}"/>
          </ac:spMkLst>
        </pc:spChg>
        <pc:spChg chg="mod">
          <ac:chgData name="Ciaran MacNamee" userId="69a45ed0f0931cfc" providerId="LiveId" clId="{0F7B47A0-16B6-4A23-8885-E9A1704BCDE3}" dt="2026-01-23T16:41:14.999" v="4913" actId="20577"/>
          <ac:spMkLst>
            <pc:docMk/>
            <pc:sldMk cId="1067945678" sldId="491"/>
            <ac:spMk id="3" creationId="{27718B62-9C5C-1AD4-D334-1B7985D7D592}"/>
          </ac:spMkLst>
        </pc:spChg>
      </pc:sldChg>
      <pc:sldChg chg="modSp new mod">
        <pc:chgData name="Ciaran MacNamee" userId="69a45ed0f0931cfc" providerId="LiveId" clId="{0F7B47A0-16B6-4A23-8885-E9A1704BCDE3}" dt="2026-01-23T16:42:04.421" v="4918" actId="15"/>
        <pc:sldMkLst>
          <pc:docMk/>
          <pc:sldMk cId="3504769288" sldId="492"/>
        </pc:sldMkLst>
        <pc:spChg chg="mod">
          <ac:chgData name="Ciaran MacNamee" userId="69a45ed0f0931cfc" providerId="LiveId" clId="{0F7B47A0-16B6-4A23-8885-E9A1704BCDE3}" dt="2026-01-23T16:12:55.909" v="4285" actId="20577"/>
          <ac:spMkLst>
            <pc:docMk/>
            <pc:sldMk cId="3504769288" sldId="492"/>
            <ac:spMk id="2" creationId="{C8535DAA-8C89-522B-2BEB-BEF4BB9B2F40}"/>
          </ac:spMkLst>
        </pc:spChg>
        <pc:spChg chg="mod">
          <ac:chgData name="Ciaran MacNamee" userId="69a45ed0f0931cfc" providerId="LiveId" clId="{0F7B47A0-16B6-4A23-8885-E9A1704BCDE3}" dt="2026-01-23T16:42:04.421" v="4918" actId="15"/>
          <ac:spMkLst>
            <pc:docMk/>
            <pc:sldMk cId="3504769288" sldId="492"/>
            <ac:spMk id="3" creationId="{09422241-E955-2249-FB69-B77226182DF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B8789A-6880-4222-B427-EE97DDDE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FCB9B-BF94-4D24-9204-6A57505299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120" y="0"/>
            <a:ext cx="2971336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45CD64C-0B54-441C-97C5-7C071B8A6CA0}" type="datetimeFigureOut">
              <a:rPr lang="en-IE"/>
              <a:pPr>
                <a:defRPr/>
              </a:pPr>
              <a:t>22/01/2026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4906E-0917-40FB-B176-F28752B60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647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4F16C-54D3-4AE0-90F5-EBF279BFC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120" y="9446470"/>
            <a:ext cx="2971336" cy="497536"/>
          </a:xfrm>
          <a:prstGeom prst="rect">
            <a:avLst/>
          </a:prstGeom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E9BB88-4594-452D-97CF-DBF539BC167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5434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98C2741-2BDD-48D5-86A8-EC87CA7704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0C64AE7-5771-4C10-A0C5-8D17B981651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5120" y="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30988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FCE66508-9FA6-46C8-9854-34103033F9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337" y="4724917"/>
            <a:ext cx="5487326" cy="4474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B80F41B3-29AB-420A-BD01-FA12627590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47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454F4F7-A6DF-4F56-806B-AB9A342F52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120" y="944647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2D78038-9F06-419B-A634-E48307815C35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4841280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30988" cy="3730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D78038-9F06-419B-A634-E48307815C35}" type="slidenum">
              <a:rPr lang="en-IE" altLang="en-US" smtClean="0"/>
              <a:pPr/>
              <a:t>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84888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400"/>
            </a:lvl1pPr>
          </a:lstStyle>
          <a:p>
            <a:pPr lvl="0"/>
            <a:r>
              <a:rPr lang="en-IE" altLang="en-US" noProof="0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IE" altLang="en-US" noProof="0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E628FB-ACFE-48A4-B69E-F28FD7759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FFEC5AF-4338-43D6-B111-46449E451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2578602-52F6-407A-94C1-934E6D89CE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B795E-2992-41FB-9AFE-FDD23EF301EC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31221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FABE9-A1F0-4D25-A546-B48E1EC44F84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686825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1173D2-418A-47DD-A23C-C5D14B0AAB3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1501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74E5F-DAEC-4CA2-8834-37FB243B2B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031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58BCF-E64A-438B-BFF1-976839A23CF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0606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58CAD8-78B5-4715-9523-5EB050334FB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7725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28AD9-E164-47E9-A133-BC0A8A9B86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43190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F5495F-ABC7-4D7D-AACD-1388F0121A21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9634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A50F8-407A-4F90-8D31-B36F606E59D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1556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A2425E-98D4-4FBF-AF67-8C9D6C7FC7FE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7722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88913"/>
            <a:ext cx="2743200" cy="5942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8913"/>
            <a:ext cx="8026400" cy="5942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0B3FF-503E-44DE-B03C-217DF22481CF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20785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8913"/>
            <a:ext cx="10972800" cy="647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08050"/>
            <a:ext cx="10972800" cy="5222875"/>
          </a:xfrm>
        </p:spPr>
        <p:txBody>
          <a:bodyPr/>
          <a:lstStyle/>
          <a:p>
            <a:pPr lvl="0"/>
            <a:endParaRPr lang="en-IE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D60EC2-F83B-4EA5-89D7-D13ADD964D29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112597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192213"/>
            <a:ext cx="5554133" cy="494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5984" y="1192213"/>
            <a:ext cx="5554133" cy="494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C48E00-45CA-4014-A8A1-3C34F54C75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889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D4263E-8DEB-43AE-B3A3-53F686D36A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91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8913"/>
            <a:ext cx="109728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08050"/>
            <a:ext cx="10972800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text styles</a:t>
            </a:r>
          </a:p>
          <a:p>
            <a:pPr lvl="1"/>
            <a:r>
              <a:rPr lang="en-IE" altLang="en-US"/>
              <a:t>Second level</a:t>
            </a:r>
          </a:p>
          <a:p>
            <a:pPr lvl="2"/>
            <a:r>
              <a:rPr lang="en-IE" altLang="en-US"/>
              <a:t>Third level</a:t>
            </a:r>
          </a:p>
          <a:p>
            <a:pPr lvl="3"/>
            <a:r>
              <a:rPr lang="en-IE" altLang="en-US"/>
              <a:t>Fourth level</a:t>
            </a:r>
          </a:p>
          <a:p>
            <a:pPr lvl="4"/>
            <a:r>
              <a:rPr lang="en-IE" altLang="en-US"/>
              <a:t>Fifth level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03B3636E-62EF-4D06-B875-1EED8D9631B0}" type="slidenum">
              <a:rPr lang="en-IE" altLang="en-US"/>
              <a:pPr/>
              <a:t>‹#›</a:t>
            </a:fld>
            <a:endParaRPr lang="en-IE" alt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704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805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355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287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220133" y="9779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29734" y="1524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04285" y="9429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12851" y="176214"/>
            <a:ext cx="10729383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1" y="1192213"/>
            <a:ext cx="11311467" cy="494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693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67267" y="62182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693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2267" y="6243638"/>
            <a:ext cx="49953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Session 2</a:t>
            </a:r>
            <a:endParaRPr lang="en-US" dirty="0"/>
          </a:p>
        </p:txBody>
      </p:sp>
      <p:sp>
        <p:nvSpPr>
          <p:cNvPr id="5693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D81562D7-3287-490A-A831-988E1CD917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881" r:id="rId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rduino.cc/" TargetMode="Externa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rduino.cc/language-reference/en/functions/digital-io/digitalread/" TargetMode="Externa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rduino.cc/language-reference/en/functions/analog-io/analogRead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rduino.cc/language-reference/en/functions/communication/serial/println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Winter 2026</a:t>
            </a:r>
            <a:endParaRPr lang="en-IE" altLang="en-US" sz="1000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IE" altLang="en-US" sz="1000"/>
              <a:t>Session 2</a:t>
            </a:r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B4A196-E8AA-441C-B267-4C29E5FE499F}" type="slidenum">
              <a:rPr lang="en-IE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IE" altLang="en-US" sz="10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83432" y="1524000"/>
            <a:ext cx="10395768" cy="1752600"/>
          </a:xfrm>
        </p:spPr>
        <p:txBody>
          <a:bodyPr/>
          <a:lstStyle/>
          <a:p>
            <a:pPr eaLnBrk="1" hangingPunct="1"/>
            <a:r>
              <a:rPr lang="en-IE" altLang="en-US" sz="3200"/>
              <a:t>Introduction </a:t>
            </a:r>
            <a:r>
              <a:rPr lang="en-IE" altLang="en-US" sz="3200" dirty="0"/>
              <a:t>to Embedded Systems using Arduino</a:t>
            </a:r>
            <a:endParaRPr lang="en-IE" altLang="en-US" dirty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0507" y="4365104"/>
            <a:ext cx="10395768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Session 2: Getting Started 2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Dr Ciaran MacNamee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49" y="176214"/>
            <a:ext cx="10802084" cy="801687"/>
          </a:xfrm>
        </p:spPr>
        <p:txBody>
          <a:bodyPr/>
          <a:lstStyle/>
          <a:p>
            <a:r>
              <a:rPr lang="en-IE" dirty="0"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67" y="1192213"/>
            <a:ext cx="11145357" cy="5197701"/>
          </a:xfrm>
        </p:spPr>
        <p:txBody>
          <a:bodyPr/>
          <a:lstStyle/>
          <a:p>
            <a:r>
              <a:rPr lang="en-IE" dirty="0"/>
              <a:t>Arduino Software should be installed </a:t>
            </a:r>
            <a:r>
              <a:rPr lang="en-IE"/>
              <a:t>on Lab </a:t>
            </a:r>
            <a:r>
              <a:rPr lang="en-IE" dirty="0"/>
              <a:t>PCs</a:t>
            </a:r>
          </a:p>
          <a:p>
            <a:r>
              <a:rPr lang="en-IE" dirty="0"/>
              <a:t>If not – install it from </a:t>
            </a:r>
            <a:r>
              <a:rPr lang="en-IE" dirty="0">
                <a:hlinkClick r:id="rId2"/>
              </a:rPr>
              <a:t>www.arduino.cc</a:t>
            </a:r>
            <a:r>
              <a:rPr lang="en-IE" dirty="0"/>
              <a:t> – Downloads</a:t>
            </a:r>
          </a:p>
          <a:p>
            <a:r>
              <a:rPr lang="en-IE" sz="2800" dirty="0"/>
              <a:t>Start Arduino in Windows</a:t>
            </a:r>
          </a:p>
          <a:p>
            <a:r>
              <a:rPr lang="en-IE" sz="2800" dirty="0"/>
              <a:t>And connect your Arduino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107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Next Arduino Exercise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can blink the LED on the Arduino Board</a:t>
            </a:r>
          </a:p>
          <a:p>
            <a:r>
              <a:rPr lang="en-IE" dirty="0"/>
              <a:t>This time, we’d like to read a switch and use that to turn ON or turn OFF a LED</a:t>
            </a:r>
          </a:p>
          <a:p>
            <a:r>
              <a:rPr lang="en-IE" dirty="0"/>
              <a:t>This simple exercise is the basis for many real world actions</a:t>
            </a:r>
          </a:p>
          <a:p>
            <a:r>
              <a:rPr lang="en-IE" dirty="0"/>
              <a:t>We use a construction called IF … ELSE</a:t>
            </a:r>
          </a:p>
          <a:p>
            <a:r>
              <a:rPr lang="en-IE" dirty="0"/>
              <a:t>If a switch is not pressed, turn the LED OFF</a:t>
            </a:r>
          </a:p>
          <a:p>
            <a:r>
              <a:rPr lang="en-IE" dirty="0"/>
              <a:t>ELSE (i.e. if it is pressed), turn the LED ON</a:t>
            </a:r>
          </a:p>
          <a:p>
            <a:r>
              <a:rPr lang="en-IE" dirty="0"/>
              <a:t>First a quick look at some program structures, then a look at our Shield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5422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1343477" y="228600"/>
            <a:ext cx="8943524" cy="751114"/>
          </a:xfrm>
        </p:spPr>
        <p:txBody>
          <a:bodyPr/>
          <a:lstStyle/>
          <a:p>
            <a:r>
              <a:rPr lang="en-US" altLang="en-US" dirty="0"/>
              <a:t>Flow control</a:t>
            </a:r>
          </a:p>
        </p:txBody>
      </p:sp>
      <p:sp>
        <p:nvSpPr>
          <p:cNvPr id="59406" name="Rectangle 14"/>
          <p:cNvSpPr>
            <a:spLocks noChangeArrowheads="1"/>
          </p:cNvSpPr>
          <p:nvPr/>
        </p:nvSpPr>
        <p:spPr bwMode="auto">
          <a:xfrm>
            <a:off x="5486400" y="5688240"/>
            <a:ext cx="50292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300" b="1">
                <a:latin typeface="Courier New" pitchFamily="49" charset="0"/>
              </a:rPr>
              <a:t>do{ // assign readSensors value to x </a:t>
            </a:r>
          </a:p>
          <a:p>
            <a:r>
              <a:rPr lang="en-US" altLang="en-US" sz="1300" b="1">
                <a:latin typeface="Courier New" pitchFamily="49" charset="0"/>
              </a:rPr>
              <a:t>   x = readSensors(); </a:t>
            </a:r>
          </a:p>
          <a:p>
            <a:r>
              <a:rPr lang="en-US" altLang="en-US" sz="1300" b="1">
                <a:latin typeface="Courier New" pitchFamily="49" charset="0"/>
              </a:rPr>
              <a:t>   delay (50); // pauses 50 milliseconds </a:t>
            </a:r>
          </a:p>
          <a:p>
            <a:r>
              <a:rPr lang="en-US" altLang="en-US" sz="1300" b="1">
                <a:latin typeface="Courier New" pitchFamily="49" charset="0"/>
              </a:rPr>
              <a:t>} while (x &lt; 100); // loops if x is less than 100</a:t>
            </a:r>
            <a:r>
              <a:rPr lang="en-US" altLang="en-US" sz="1300">
                <a:latin typeface="Courier New" pitchFamily="49" charset="0"/>
              </a:rPr>
              <a:t> </a:t>
            </a:r>
          </a:p>
        </p:txBody>
      </p:sp>
      <p:sp>
        <p:nvSpPr>
          <p:cNvPr id="59407" name="Line 15"/>
          <p:cNvSpPr>
            <a:spLocks noChangeShapeType="1"/>
          </p:cNvSpPr>
          <p:nvPr/>
        </p:nvSpPr>
        <p:spPr bwMode="auto">
          <a:xfrm>
            <a:off x="5410200" y="5602061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9408" name="Rectangle 16"/>
          <p:cNvSpPr>
            <a:spLocks noChangeArrowheads="1"/>
          </p:cNvSpPr>
          <p:nvPr/>
        </p:nvSpPr>
        <p:spPr bwMode="auto">
          <a:xfrm>
            <a:off x="5486400" y="4614863"/>
            <a:ext cx="50292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300" b="1" dirty="0">
                <a:latin typeface="Courier New" pitchFamily="49" charset="0"/>
              </a:rPr>
              <a:t>while (</a:t>
            </a:r>
            <a:r>
              <a:rPr lang="en-US" altLang="en-US" sz="1300" b="1" dirty="0" err="1">
                <a:latin typeface="Courier New" pitchFamily="49" charset="0"/>
              </a:rPr>
              <a:t>someVariable</a:t>
            </a:r>
            <a:r>
              <a:rPr lang="en-US" altLang="en-US" sz="1300" b="1" dirty="0">
                <a:latin typeface="Courier New" pitchFamily="49" charset="0"/>
              </a:rPr>
              <a:t> &lt; 200){ //if less than 200 </a:t>
            </a:r>
          </a:p>
          <a:p>
            <a:r>
              <a:rPr lang="en-US" altLang="en-US" sz="1300" b="1" dirty="0">
                <a:latin typeface="Courier New" pitchFamily="49" charset="0"/>
              </a:rPr>
              <a:t>   </a:t>
            </a:r>
            <a:r>
              <a:rPr lang="en-US" altLang="en-US" sz="1300" b="1" dirty="0" err="1">
                <a:latin typeface="Courier New" pitchFamily="49" charset="0"/>
              </a:rPr>
              <a:t>doSomething</a:t>
            </a:r>
            <a:r>
              <a:rPr lang="en-US" altLang="en-US" sz="1300" b="1" dirty="0">
                <a:latin typeface="Courier New" pitchFamily="49" charset="0"/>
              </a:rPr>
              <a:t>; // executes enclosed statements </a:t>
            </a:r>
          </a:p>
          <a:p>
            <a:r>
              <a:rPr lang="en-US" altLang="en-US" sz="1300" b="1" dirty="0">
                <a:latin typeface="Courier New" pitchFamily="49" charset="0"/>
              </a:rPr>
              <a:t>   </a:t>
            </a:r>
            <a:r>
              <a:rPr lang="en-US" altLang="en-US" sz="1300" b="1" dirty="0" err="1">
                <a:latin typeface="Courier New" pitchFamily="49" charset="0"/>
              </a:rPr>
              <a:t>someVariable</a:t>
            </a:r>
            <a:r>
              <a:rPr lang="en-US" altLang="en-US" sz="1300" b="1" dirty="0">
                <a:latin typeface="Courier New" pitchFamily="49" charset="0"/>
              </a:rPr>
              <a:t>++; // increments variable by 1 </a:t>
            </a:r>
          </a:p>
          <a:p>
            <a:r>
              <a:rPr lang="en-US" altLang="en-US" sz="1300" b="1" dirty="0">
                <a:latin typeface="Courier New" pitchFamily="49" charset="0"/>
              </a:rPr>
              <a:t>} </a:t>
            </a:r>
          </a:p>
        </p:txBody>
      </p:sp>
      <p:sp>
        <p:nvSpPr>
          <p:cNvPr id="59409" name="Line 17"/>
          <p:cNvSpPr>
            <a:spLocks noChangeShapeType="1"/>
          </p:cNvSpPr>
          <p:nvPr/>
        </p:nvSpPr>
        <p:spPr bwMode="auto">
          <a:xfrm>
            <a:off x="5399314" y="4614862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9410" name="Rectangle 18"/>
          <p:cNvSpPr>
            <a:spLocks noChangeArrowheads="1"/>
          </p:cNvSpPr>
          <p:nvPr/>
        </p:nvSpPr>
        <p:spPr bwMode="auto">
          <a:xfrm>
            <a:off x="7010400" y="3739926"/>
            <a:ext cx="2743200" cy="68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300" b="1" dirty="0">
                <a:latin typeface="Courier New" pitchFamily="49" charset="0"/>
              </a:rPr>
              <a:t>for(j=0; j &lt; 4; j++ ){</a:t>
            </a:r>
          </a:p>
          <a:p>
            <a:r>
              <a:rPr lang="en-US" altLang="en-US" sz="1300" b="1" dirty="0">
                <a:latin typeface="Courier New" pitchFamily="49" charset="0"/>
              </a:rPr>
              <a:t>   </a:t>
            </a:r>
            <a:r>
              <a:rPr lang="en-US" altLang="en-US" sz="1300" b="1" dirty="0" err="1">
                <a:latin typeface="Courier New" pitchFamily="49" charset="0"/>
              </a:rPr>
              <a:t>Serial.println</a:t>
            </a:r>
            <a:r>
              <a:rPr lang="en-US" altLang="en-US" sz="1300" b="1" dirty="0">
                <a:latin typeface="Courier New" pitchFamily="49" charset="0"/>
              </a:rPr>
              <a:t>(j);</a:t>
            </a:r>
          </a:p>
          <a:p>
            <a:r>
              <a:rPr lang="en-US" altLang="en-US" sz="1300" b="1" dirty="0">
                <a:latin typeface="Courier New" pitchFamily="49" charset="0"/>
              </a:rPr>
              <a:t>}</a:t>
            </a:r>
          </a:p>
        </p:txBody>
      </p:sp>
      <p:sp>
        <p:nvSpPr>
          <p:cNvPr id="59411" name="Line 19"/>
          <p:cNvSpPr>
            <a:spLocks noChangeShapeType="1"/>
          </p:cNvSpPr>
          <p:nvPr/>
        </p:nvSpPr>
        <p:spPr bwMode="auto">
          <a:xfrm>
            <a:off x="6858000" y="3741512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9412" name="Rectangle 20"/>
          <p:cNvSpPr>
            <a:spLocks noChangeArrowheads="1"/>
          </p:cNvSpPr>
          <p:nvPr/>
        </p:nvSpPr>
        <p:spPr bwMode="auto">
          <a:xfrm>
            <a:off x="7010400" y="1322614"/>
            <a:ext cx="3200400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300" b="1" dirty="0">
                <a:latin typeface="Courier New" pitchFamily="49" charset="0"/>
              </a:rPr>
              <a:t>if (</a:t>
            </a:r>
            <a:r>
              <a:rPr lang="en-US" altLang="en-US" sz="1300" b="1" dirty="0" err="1">
                <a:latin typeface="Courier New" pitchFamily="49" charset="0"/>
              </a:rPr>
              <a:t>inputPin</a:t>
            </a:r>
            <a:r>
              <a:rPr lang="en-US" altLang="en-US" sz="1300" b="1" dirty="0">
                <a:latin typeface="Courier New" pitchFamily="49" charset="0"/>
              </a:rPr>
              <a:t> &lt; 500){ </a:t>
            </a:r>
          </a:p>
          <a:p>
            <a:r>
              <a:rPr lang="en-US" altLang="en-US" sz="1300" b="1" dirty="0">
                <a:latin typeface="Courier New" pitchFamily="49" charset="0"/>
              </a:rPr>
              <a:t>   </a:t>
            </a:r>
            <a:r>
              <a:rPr lang="en-US" altLang="en-US" sz="1300" b="1" dirty="0" err="1">
                <a:latin typeface="Courier New" pitchFamily="49" charset="0"/>
              </a:rPr>
              <a:t>doThingA</a:t>
            </a:r>
            <a:r>
              <a:rPr lang="en-US" altLang="en-US" sz="1300" b="1" dirty="0">
                <a:latin typeface="Courier New" pitchFamily="49" charset="0"/>
              </a:rPr>
              <a:t>; </a:t>
            </a:r>
          </a:p>
          <a:p>
            <a:r>
              <a:rPr lang="en-US" altLang="en-US" sz="1300" b="1" dirty="0">
                <a:latin typeface="Courier New" pitchFamily="49" charset="0"/>
              </a:rPr>
              <a:t>} </a:t>
            </a:r>
          </a:p>
          <a:p>
            <a:r>
              <a:rPr lang="en-US" altLang="en-US" sz="1300" b="1" dirty="0">
                <a:latin typeface="Courier New" pitchFamily="49" charset="0"/>
              </a:rPr>
              <a:t>else if (</a:t>
            </a:r>
            <a:r>
              <a:rPr lang="en-US" altLang="en-US" sz="1300" b="1" dirty="0" err="1">
                <a:latin typeface="Courier New" pitchFamily="49" charset="0"/>
              </a:rPr>
              <a:t>inputPin</a:t>
            </a:r>
            <a:r>
              <a:rPr lang="en-US" altLang="en-US" sz="1300" b="1" dirty="0">
                <a:latin typeface="Courier New" pitchFamily="49" charset="0"/>
              </a:rPr>
              <a:t> &gt;= 1000){ </a:t>
            </a:r>
          </a:p>
          <a:p>
            <a:r>
              <a:rPr lang="en-US" altLang="en-US" sz="1300" b="1" dirty="0">
                <a:latin typeface="Courier New" pitchFamily="49" charset="0"/>
              </a:rPr>
              <a:t>   </a:t>
            </a:r>
            <a:r>
              <a:rPr lang="en-US" altLang="en-US" sz="1300" b="1" dirty="0" err="1">
                <a:latin typeface="Courier New" pitchFamily="49" charset="0"/>
              </a:rPr>
              <a:t>doThingB</a:t>
            </a:r>
            <a:r>
              <a:rPr lang="en-US" altLang="en-US" sz="1300" b="1" dirty="0">
                <a:latin typeface="Courier New" pitchFamily="49" charset="0"/>
              </a:rPr>
              <a:t>; </a:t>
            </a:r>
          </a:p>
          <a:p>
            <a:r>
              <a:rPr lang="en-US" altLang="en-US" sz="1300" b="1" dirty="0">
                <a:latin typeface="Courier New" pitchFamily="49" charset="0"/>
              </a:rPr>
              <a:t>} </a:t>
            </a:r>
          </a:p>
          <a:p>
            <a:r>
              <a:rPr lang="en-US" altLang="en-US" sz="1300" b="1" dirty="0">
                <a:latin typeface="Courier New" pitchFamily="49" charset="0"/>
              </a:rPr>
              <a:t>else{ </a:t>
            </a:r>
          </a:p>
          <a:p>
            <a:r>
              <a:rPr lang="en-US" altLang="en-US" sz="1300" b="1" dirty="0">
                <a:latin typeface="Courier New" pitchFamily="49" charset="0"/>
              </a:rPr>
              <a:t>   </a:t>
            </a:r>
            <a:r>
              <a:rPr lang="en-US" altLang="en-US" sz="1300" b="1" dirty="0" err="1">
                <a:latin typeface="Courier New" pitchFamily="49" charset="0"/>
              </a:rPr>
              <a:t>doThingC</a:t>
            </a:r>
            <a:r>
              <a:rPr lang="en-US" altLang="en-US" sz="1300" b="1" dirty="0">
                <a:latin typeface="Courier New" pitchFamily="49" charset="0"/>
              </a:rPr>
              <a:t>; </a:t>
            </a:r>
          </a:p>
          <a:p>
            <a:r>
              <a:rPr lang="en-US" altLang="en-US" sz="1300" b="1" dirty="0">
                <a:latin typeface="Courier New" pitchFamily="49" charset="0"/>
              </a:rPr>
              <a:t>} </a:t>
            </a:r>
          </a:p>
        </p:txBody>
      </p:sp>
      <p:sp>
        <p:nvSpPr>
          <p:cNvPr id="59413" name="Line 21"/>
          <p:cNvSpPr>
            <a:spLocks noChangeShapeType="1"/>
          </p:cNvSpPr>
          <p:nvPr/>
        </p:nvSpPr>
        <p:spPr bwMode="auto">
          <a:xfrm>
            <a:off x="6858000" y="1322614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9415" name="Rectangle 23"/>
          <p:cNvSpPr>
            <a:spLocks noChangeArrowheads="1"/>
          </p:cNvSpPr>
          <p:nvPr/>
        </p:nvSpPr>
        <p:spPr bwMode="auto">
          <a:xfrm>
            <a:off x="1752601" y="1322615"/>
            <a:ext cx="5007429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300" b="1" dirty="0">
                <a:latin typeface="Courier New" pitchFamily="49" charset="0"/>
              </a:rPr>
              <a:t>1. if</a:t>
            </a:r>
          </a:p>
          <a:p>
            <a:r>
              <a:rPr lang="en-US" altLang="en-US" sz="1300" dirty="0">
                <a:latin typeface="Courier New" pitchFamily="49" charset="0"/>
              </a:rPr>
              <a:t>if(expression){ //if expression is true </a:t>
            </a:r>
          </a:p>
          <a:p>
            <a:r>
              <a:rPr lang="en-US" altLang="en-US" sz="1300" dirty="0">
                <a:latin typeface="Courier New" pitchFamily="49" charset="0"/>
              </a:rPr>
              <a:t>   </a:t>
            </a:r>
            <a:r>
              <a:rPr lang="en-US" altLang="en-US" sz="1300" dirty="0" err="1">
                <a:latin typeface="Courier New" pitchFamily="49" charset="0"/>
              </a:rPr>
              <a:t>doSomething</a:t>
            </a:r>
            <a:r>
              <a:rPr lang="en-US" altLang="en-US" sz="1300" dirty="0">
                <a:latin typeface="Courier New" pitchFamily="49" charset="0"/>
              </a:rPr>
              <a:t>; </a:t>
            </a:r>
          </a:p>
          <a:p>
            <a:r>
              <a:rPr lang="en-US" altLang="en-US" sz="1300" dirty="0">
                <a:latin typeface="Courier New" pitchFamily="49" charset="0"/>
              </a:rPr>
              <a:t>}</a:t>
            </a:r>
          </a:p>
          <a:p>
            <a:endParaRPr lang="en-US" altLang="en-US" sz="1300" dirty="0">
              <a:latin typeface="Courier New" pitchFamily="49" charset="0"/>
            </a:endParaRPr>
          </a:p>
          <a:p>
            <a:r>
              <a:rPr lang="en-US" altLang="en-US" sz="1300" b="1" dirty="0">
                <a:latin typeface="Courier New" pitchFamily="49" charset="0"/>
              </a:rPr>
              <a:t>2. if… else</a:t>
            </a:r>
          </a:p>
          <a:p>
            <a:r>
              <a:rPr lang="en-US" altLang="en-US" sz="1300" dirty="0">
                <a:latin typeface="Courier New" pitchFamily="49" charset="0"/>
              </a:rPr>
              <a:t>if(</a:t>
            </a:r>
            <a:r>
              <a:rPr lang="en-US" altLang="en-US" sz="1300" dirty="0" err="1">
                <a:latin typeface="Courier New" pitchFamily="49" charset="0"/>
              </a:rPr>
              <a:t>inputPin</a:t>
            </a:r>
            <a:r>
              <a:rPr lang="en-US" altLang="en-US" sz="1300" dirty="0">
                <a:latin typeface="Courier New" pitchFamily="49" charset="0"/>
              </a:rPr>
              <a:t> == HIGH){ </a:t>
            </a:r>
          </a:p>
          <a:p>
            <a:r>
              <a:rPr lang="en-US" altLang="en-US" sz="1300" dirty="0">
                <a:latin typeface="Courier New" pitchFamily="49" charset="0"/>
              </a:rPr>
              <a:t>   </a:t>
            </a:r>
            <a:r>
              <a:rPr lang="en-US" altLang="en-US" sz="1300" dirty="0" err="1">
                <a:latin typeface="Courier New" pitchFamily="49" charset="0"/>
              </a:rPr>
              <a:t>doThingA</a:t>
            </a:r>
            <a:r>
              <a:rPr lang="en-US" altLang="en-US" sz="1300" dirty="0">
                <a:latin typeface="Courier New" pitchFamily="49" charset="0"/>
              </a:rPr>
              <a:t>; </a:t>
            </a:r>
          </a:p>
          <a:p>
            <a:r>
              <a:rPr lang="en-US" altLang="en-US" sz="1300" dirty="0">
                <a:latin typeface="Courier New" pitchFamily="49" charset="0"/>
              </a:rPr>
              <a:t>} else{ </a:t>
            </a:r>
          </a:p>
          <a:p>
            <a:r>
              <a:rPr lang="en-US" altLang="en-US" sz="1300" dirty="0">
                <a:latin typeface="Courier New" pitchFamily="49" charset="0"/>
              </a:rPr>
              <a:t>   </a:t>
            </a:r>
            <a:r>
              <a:rPr lang="en-US" altLang="en-US" sz="1300" dirty="0" err="1">
                <a:latin typeface="Courier New" pitchFamily="49" charset="0"/>
              </a:rPr>
              <a:t>doThingB</a:t>
            </a:r>
            <a:r>
              <a:rPr lang="en-US" altLang="en-US" sz="1300" dirty="0">
                <a:latin typeface="Courier New" pitchFamily="49" charset="0"/>
              </a:rPr>
              <a:t>; </a:t>
            </a:r>
          </a:p>
          <a:p>
            <a:r>
              <a:rPr lang="en-US" altLang="en-US" sz="1300" dirty="0">
                <a:latin typeface="Courier New" pitchFamily="49" charset="0"/>
              </a:rPr>
              <a:t>} </a:t>
            </a:r>
          </a:p>
          <a:p>
            <a:endParaRPr lang="en-US" altLang="en-US" sz="1300" dirty="0">
              <a:latin typeface="Courier New" pitchFamily="49" charset="0"/>
            </a:endParaRPr>
          </a:p>
          <a:p>
            <a:r>
              <a:rPr lang="en-US" altLang="en-US" sz="1300" b="1" dirty="0">
                <a:latin typeface="Courier New" pitchFamily="49" charset="0"/>
              </a:rPr>
              <a:t>3. for</a:t>
            </a:r>
          </a:p>
          <a:p>
            <a:r>
              <a:rPr lang="en-US" altLang="en-US" sz="1300" dirty="0">
                <a:latin typeface="Courier New" pitchFamily="49" charset="0"/>
              </a:rPr>
              <a:t>for (initialization; condition; expression){ </a:t>
            </a:r>
          </a:p>
          <a:p>
            <a:r>
              <a:rPr lang="en-US" altLang="en-US" sz="1300" dirty="0">
                <a:latin typeface="Courier New" pitchFamily="49" charset="0"/>
              </a:rPr>
              <a:t>   </a:t>
            </a:r>
            <a:r>
              <a:rPr lang="en-US" altLang="en-US" sz="1300" dirty="0" err="1">
                <a:latin typeface="Courier New" pitchFamily="49" charset="0"/>
              </a:rPr>
              <a:t>doSomething</a:t>
            </a:r>
            <a:r>
              <a:rPr lang="en-US" altLang="en-US" sz="1300" dirty="0">
                <a:latin typeface="Courier New" pitchFamily="49" charset="0"/>
              </a:rPr>
              <a:t>; </a:t>
            </a:r>
          </a:p>
          <a:p>
            <a:r>
              <a:rPr lang="en-US" altLang="en-US" sz="1300" dirty="0">
                <a:latin typeface="Courier New" pitchFamily="49" charset="0"/>
              </a:rPr>
              <a:t>} </a:t>
            </a:r>
          </a:p>
          <a:p>
            <a:endParaRPr lang="en-US" altLang="en-US" sz="1300" dirty="0">
              <a:latin typeface="Courier New" pitchFamily="49" charset="0"/>
            </a:endParaRPr>
          </a:p>
          <a:p>
            <a:r>
              <a:rPr lang="en-US" altLang="en-US" sz="1300" b="1" dirty="0">
                <a:latin typeface="Courier New" pitchFamily="49" charset="0"/>
              </a:rPr>
              <a:t>4. while</a:t>
            </a:r>
          </a:p>
          <a:p>
            <a:r>
              <a:rPr lang="en-US" altLang="en-US" sz="1300" dirty="0">
                <a:latin typeface="Courier New" pitchFamily="49" charset="0"/>
              </a:rPr>
              <a:t>while (expression){ </a:t>
            </a:r>
          </a:p>
          <a:p>
            <a:r>
              <a:rPr lang="en-US" altLang="en-US" sz="1300" dirty="0">
                <a:latin typeface="Courier New" pitchFamily="49" charset="0"/>
              </a:rPr>
              <a:t>   </a:t>
            </a:r>
            <a:r>
              <a:rPr lang="en-US" altLang="en-US" sz="1300" dirty="0" err="1">
                <a:latin typeface="Courier New" pitchFamily="49" charset="0"/>
              </a:rPr>
              <a:t>doSomething</a:t>
            </a:r>
            <a:r>
              <a:rPr lang="en-US" altLang="en-US" sz="1300" dirty="0">
                <a:latin typeface="Courier New" pitchFamily="49" charset="0"/>
              </a:rPr>
              <a:t>; </a:t>
            </a:r>
          </a:p>
          <a:p>
            <a:r>
              <a:rPr lang="en-US" altLang="en-US" sz="1300" dirty="0">
                <a:latin typeface="Courier New" pitchFamily="49" charset="0"/>
              </a:rPr>
              <a:t>} </a:t>
            </a:r>
          </a:p>
          <a:p>
            <a:endParaRPr lang="en-US" altLang="en-US" sz="1300" dirty="0">
              <a:latin typeface="Courier New" pitchFamily="49" charset="0"/>
            </a:endParaRPr>
          </a:p>
          <a:p>
            <a:r>
              <a:rPr lang="en-US" altLang="en-US" sz="1300" b="1" dirty="0">
                <a:latin typeface="Courier New" pitchFamily="49" charset="0"/>
              </a:rPr>
              <a:t>5. do… while </a:t>
            </a:r>
          </a:p>
          <a:p>
            <a:r>
              <a:rPr lang="en-US" altLang="en-US" sz="1300" dirty="0">
                <a:latin typeface="Courier New" pitchFamily="49" charset="0"/>
              </a:rPr>
              <a:t>do { </a:t>
            </a:r>
          </a:p>
          <a:p>
            <a:r>
              <a:rPr lang="en-US" altLang="en-US" sz="1300" dirty="0">
                <a:latin typeface="Courier New" pitchFamily="49" charset="0"/>
              </a:rPr>
              <a:t>   </a:t>
            </a:r>
            <a:r>
              <a:rPr lang="en-US" altLang="en-US" sz="1300" dirty="0" err="1">
                <a:latin typeface="Courier New" pitchFamily="49" charset="0"/>
              </a:rPr>
              <a:t>doSomething</a:t>
            </a:r>
            <a:r>
              <a:rPr lang="en-US" altLang="en-US" sz="1300" dirty="0">
                <a:latin typeface="Courier New" pitchFamily="49" charset="0"/>
              </a:rPr>
              <a:t>; </a:t>
            </a:r>
          </a:p>
          <a:p>
            <a:r>
              <a:rPr lang="en-US" altLang="en-US" sz="1300" dirty="0">
                <a:latin typeface="Courier New" pitchFamily="49" charset="0"/>
              </a:rPr>
              <a:t>} while (expression);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6105A-F8C2-46D8-9309-985597BD760F}"/>
              </a:ext>
            </a:extLst>
          </p:cNvPr>
          <p:cNvSpPr txBox="1"/>
          <p:nvPr/>
        </p:nvSpPr>
        <p:spPr>
          <a:xfrm>
            <a:off x="5828714" y="393895"/>
            <a:ext cx="4293098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/>
              <a:t>Similar to other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73086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E902-0AD3-447B-BB97-CABE1530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Shield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FD5A8-DD4B-4723-B883-DFCEDB7BB2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E" dirty="0"/>
              <a:t>RGB Package:</a:t>
            </a:r>
          </a:p>
          <a:p>
            <a:r>
              <a:rPr lang="en-IE" dirty="0"/>
              <a:t>Digital 9: Red</a:t>
            </a:r>
          </a:p>
          <a:p>
            <a:r>
              <a:rPr lang="en-IE" dirty="0"/>
              <a:t>Digital 10: Green</a:t>
            </a:r>
          </a:p>
          <a:p>
            <a:r>
              <a:rPr lang="en-IE" dirty="0"/>
              <a:t>Digital 11: Blue</a:t>
            </a:r>
          </a:p>
          <a:p>
            <a:endParaRPr lang="en-IE" dirty="0"/>
          </a:p>
          <a:p>
            <a:r>
              <a:rPr lang="en-IE" dirty="0"/>
              <a:t>Separate LEDs:</a:t>
            </a:r>
          </a:p>
          <a:p>
            <a:r>
              <a:rPr lang="en-IE" dirty="0"/>
              <a:t>Digital 12: Red</a:t>
            </a:r>
          </a:p>
          <a:p>
            <a:r>
              <a:rPr lang="en-IE" dirty="0"/>
              <a:t>Digital 13: Blue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E84DC-86EE-4E0B-B577-8F5FCF7640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/>
              <a:t>Digital 5: Buzzer</a:t>
            </a:r>
          </a:p>
          <a:p>
            <a:r>
              <a:rPr lang="en-IE" dirty="0"/>
              <a:t>Analog 0: Potentiometer</a:t>
            </a:r>
          </a:p>
          <a:p>
            <a:r>
              <a:rPr lang="en-IE" dirty="0"/>
              <a:t>Analog 1: Light Dependant Resistor</a:t>
            </a:r>
          </a:p>
          <a:p>
            <a:r>
              <a:rPr lang="en-IE" dirty="0"/>
              <a:t>Analog 2: LM35 Temperature Sensors</a:t>
            </a:r>
          </a:p>
          <a:p>
            <a:endParaRPr lang="en-I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C6B16-7735-4117-86B6-206826E9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7E6BD-1827-4605-9688-3943FC7C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7C297-679E-443A-8DAA-90E617128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48E00-45CA-4014-A8A1-3C34F54C75C9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80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78B9-27C7-1E16-E719-3F215067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Shield Schematic</a:t>
            </a:r>
            <a:endParaRPr lang="en-I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16D40-C1CB-F54B-493D-907BE057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F6D5F-50F4-FC1C-FFA4-75F750ABA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3A9C5-1DD9-E762-4786-84C912C1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CAD8-78B5-4715-9523-5EB050334FBB}" type="slidenum">
              <a:rPr lang="en-IE" altLang="en-US" smtClean="0"/>
              <a:pPr/>
              <a:t>6</a:t>
            </a:fld>
            <a:endParaRPr lang="en-IE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6F543-80AD-452F-9921-ECED0B543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00" y="690467"/>
            <a:ext cx="9849944" cy="616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9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8E895-6C72-36E8-8D77-FAFEBB25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Digital Inputs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CAC64-BFBB-3557-A19D-1F2EBB7C8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Computers understand 1s and 0s ONLY</a:t>
            </a:r>
          </a:p>
          <a:p>
            <a:pPr lvl="1"/>
            <a:r>
              <a:rPr lang="en-IE" dirty="0"/>
              <a:t>Just as in arithmetic we can combine groups of 1s and 0s to form binary numbers</a:t>
            </a:r>
          </a:p>
          <a:p>
            <a:r>
              <a:rPr lang="en-IE" dirty="0"/>
              <a:t>Usually when we read a digital input we read a ‘1’ (HIGH) or a ‘0’ (LOW), and in our case ‘1’ means close to 5V and ‘0’ means close to 0V</a:t>
            </a:r>
          </a:p>
          <a:p>
            <a:pPr lvl="1"/>
            <a:r>
              <a:rPr lang="en-IE" dirty="0"/>
              <a:t>In other cases ‘1’ could be 3.3V or 1.8V depending on the chips used in the computer</a:t>
            </a:r>
          </a:p>
          <a:p>
            <a:r>
              <a:rPr lang="en-IE" dirty="0"/>
              <a:t>When we write a ‘1’ we will output 5V (approx.) and when we output a ‘0’ we output 0V (approximately)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8784C-4401-B829-0C02-19C2A480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80E66-651D-5644-2045-2C6B4D93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598DE-087F-54B8-023C-B75B7784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084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4037-2FDF-32FF-1D47-283D036B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E4B7-8BA9-1AED-B878-B1B64631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Analog Inputs and Outputs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A5F2-2262-69D9-E0C8-B0926510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Computers understand 1s and 0s ONLY</a:t>
            </a:r>
          </a:p>
          <a:p>
            <a:r>
              <a:rPr lang="en-IE" dirty="0"/>
              <a:t>But the real world is not like that</a:t>
            </a:r>
          </a:p>
          <a:p>
            <a:r>
              <a:rPr lang="en-IE" dirty="0"/>
              <a:t>Temperature, voltage, distance etc all vary continuously</a:t>
            </a:r>
          </a:p>
          <a:p>
            <a:r>
              <a:rPr lang="en-IE" dirty="0"/>
              <a:t>These are called analog quantities</a:t>
            </a:r>
          </a:p>
          <a:p>
            <a:r>
              <a:rPr lang="en-IE" dirty="0"/>
              <a:t>To work with these quantities in a computer we have to convert the analog values into a digital representation – a number</a:t>
            </a:r>
          </a:p>
          <a:p>
            <a:r>
              <a:rPr lang="en-IE" dirty="0"/>
              <a:t>Arduino UNO has an analog to digital converter (ADC) on-chip to do this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03CE3-1189-FC54-0BC4-3771DEB1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A1F54-AC34-5D43-3B10-FAD79A00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158B6-A69F-BAE7-7327-9A6F80E7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341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32D99-E344-A9C7-E6A3-C98B0F93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56BD-23CB-BC4A-7482-85E9A939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Analog Inputs and Outputs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01B43-4E84-DBB5-588B-2C29C8FE9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can access the ADC in Arduino using a library function called </a:t>
            </a:r>
            <a:r>
              <a:rPr lang="en-IE" dirty="0" err="1"/>
              <a:t>analogRead</a:t>
            </a:r>
            <a:r>
              <a:rPr lang="en-IE" dirty="0"/>
              <a:t>();</a:t>
            </a:r>
          </a:p>
          <a:p>
            <a:r>
              <a:rPr lang="en-IE" dirty="0"/>
              <a:t>We’ll see this again soon</a:t>
            </a:r>
          </a:p>
          <a:p>
            <a:r>
              <a:rPr lang="en-IE" dirty="0"/>
              <a:t>Arduino UNO has no Analog Output because it has no Digital to Analog Converter (DAC)</a:t>
            </a:r>
          </a:p>
          <a:p>
            <a:r>
              <a:rPr lang="en-IE" dirty="0"/>
              <a:t>Its Analog Write function uses Pulse Width Modulation </a:t>
            </a:r>
          </a:p>
          <a:p>
            <a:r>
              <a:rPr lang="en-IE" dirty="0"/>
              <a:t>Too complicated for now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1BDF6-F40B-2C39-4B65-2D9FB7BF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A4843-B9D6-8D72-8B09-51441E9CB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67E25-00E6-FA0D-47AF-53685D26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478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F164-BE24-D575-C1D8-A82599E8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505D-FCEE-E7D2-671D-6682860B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to read a Digital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8461-71BD-6101-4697-C382D7F34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read the switch state using the digital Read library</a:t>
            </a:r>
          </a:p>
          <a:p>
            <a:r>
              <a:rPr lang="en-IE" dirty="0"/>
              <a:t>This function returns a value of ‘1’ or ‘0’</a:t>
            </a:r>
          </a:p>
          <a:p>
            <a:r>
              <a:rPr lang="en-IE" dirty="0"/>
              <a:t>To use the value, we have to store it in a variable</a:t>
            </a:r>
          </a:p>
          <a:p>
            <a:r>
              <a:rPr lang="en-IE" dirty="0"/>
              <a:t>In this case an ‘int’ variable</a:t>
            </a:r>
          </a:p>
          <a:p>
            <a:r>
              <a:rPr lang="en-IE" dirty="0"/>
              <a:t>See: </a:t>
            </a:r>
            <a:r>
              <a:rPr lang="en-IE" dirty="0" err="1">
                <a:hlinkClick r:id="rId2"/>
              </a:rPr>
              <a:t>digitalRead</a:t>
            </a:r>
            <a:r>
              <a:rPr lang="en-IE" dirty="0">
                <a:hlinkClick r:id="rId2"/>
              </a:rPr>
              <a:t>() | Arduino Documentation</a:t>
            </a:r>
            <a:endParaRPr lang="en-IE" dirty="0"/>
          </a:p>
          <a:p>
            <a:r>
              <a:rPr lang="en-IE" dirty="0"/>
              <a:t>This has an example: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F3CC6-8635-E0CC-06D4-300DCAAE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77739-4A07-3D27-5DED-AF83F466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71759-5ACE-A275-41A4-A2EB2A5F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6094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1D4B-B921-9032-614D-EE38DA23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Digital Read and Write Example (1)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3CC544-B48E-5847-20A8-976E238F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4E995-07C4-35E9-54E0-CDC4208D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A62CE-0690-8A8B-A9A5-A523D448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CAD8-78B5-4715-9523-5EB050334FBB}" type="slidenum">
              <a:rPr lang="en-IE" altLang="en-US" smtClean="0"/>
              <a:pPr/>
              <a:t>11</a:t>
            </a:fld>
            <a:endParaRPr lang="en-IE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ACA6D-01D2-D568-AA14-3389A412B1A0}"/>
              </a:ext>
            </a:extLst>
          </p:cNvPr>
          <p:cNvSpPr txBox="1"/>
          <p:nvPr/>
        </p:nvSpPr>
        <p:spPr>
          <a:xfrm>
            <a:off x="643336" y="1268760"/>
            <a:ext cx="10972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int </a:t>
            </a:r>
            <a:r>
              <a:rPr lang="en-IE" sz="2400" dirty="0" err="1"/>
              <a:t>ledPin</a:t>
            </a:r>
            <a:r>
              <a:rPr lang="en-IE" sz="2400" dirty="0"/>
              <a:t> = 13;  // LED connected to digital pin 13</a:t>
            </a:r>
          </a:p>
          <a:p>
            <a:r>
              <a:rPr lang="en-IE" sz="2400" dirty="0"/>
              <a:t>int </a:t>
            </a:r>
            <a:r>
              <a:rPr lang="en-IE" sz="2400" dirty="0" err="1"/>
              <a:t>inPin</a:t>
            </a:r>
            <a:r>
              <a:rPr lang="en-IE" sz="2400" dirty="0"/>
              <a:t> = 7;    // pushbutton connected to digital pin 7</a:t>
            </a:r>
          </a:p>
          <a:p>
            <a:r>
              <a:rPr lang="en-IE" sz="2400" dirty="0"/>
              <a:t>int </a:t>
            </a:r>
            <a:r>
              <a:rPr lang="en-IE" sz="2400" dirty="0" err="1"/>
              <a:t>val</a:t>
            </a:r>
            <a:r>
              <a:rPr lang="en-IE" sz="2400" dirty="0"/>
              <a:t> = 0;      // variable to store the read value</a:t>
            </a:r>
          </a:p>
          <a:p>
            <a:endParaRPr lang="en-IE" sz="2400" dirty="0"/>
          </a:p>
          <a:p>
            <a:r>
              <a:rPr lang="en-IE" sz="2400" dirty="0"/>
              <a:t>void setup() {</a:t>
            </a:r>
          </a:p>
          <a:p>
            <a:r>
              <a:rPr lang="en-IE" sz="2400" dirty="0"/>
              <a:t>  </a:t>
            </a:r>
            <a:r>
              <a:rPr lang="en-IE" sz="2400" dirty="0" err="1"/>
              <a:t>pinMode</a:t>
            </a:r>
            <a:r>
              <a:rPr lang="en-IE" sz="2400" dirty="0"/>
              <a:t>(</a:t>
            </a:r>
            <a:r>
              <a:rPr lang="en-IE" sz="2400" dirty="0" err="1"/>
              <a:t>ledPin</a:t>
            </a:r>
            <a:r>
              <a:rPr lang="en-IE" sz="2400" dirty="0"/>
              <a:t>, OUTPUT);  // sets the digital pin 13 as output</a:t>
            </a:r>
          </a:p>
          <a:p>
            <a:r>
              <a:rPr lang="en-IE" sz="2400" dirty="0"/>
              <a:t>  </a:t>
            </a:r>
            <a:r>
              <a:rPr lang="en-IE" sz="2400" dirty="0" err="1"/>
              <a:t>pinMode</a:t>
            </a:r>
            <a:r>
              <a:rPr lang="en-IE" sz="2400" dirty="0"/>
              <a:t>(</a:t>
            </a:r>
            <a:r>
              <a:rPr lang="en-IE" sz="2400" dirty="0" err="1"/>
              <a:t>inPin</a:t>
            </a:r>
            <a:r>
              <a:rPr lang="en-IE" sz="2400" dirty="0"/>
              <a:t>, INPUT);    // sets the digital pin 7 as input</a:t>
            </a:r>
          </a:p>
          <a:p>
            <a:r>
              <a:rPr lang="en-IE" sz="2400" dirty="0"/>
              <a:t>}</a:t>
            </a:r>
          </a:p>
          <a:p>
            <a:endParaRPr lang="en-IE" sz="2400" dirty="0"/>
          </a:p>
          <a:p>
            <a:r>
              <a:rPr lang="en-IE" sz="2400" dirty="0"/>
              <a:t>void loop() {</a:t>
            </a:r>
          </a:p>
          <a:p>
            <a:r>
              <a:rPr lang="en-IE" sz="2400" dirty="0"/>
              <a:t>  </a:t>
            </a:r>
            <a:r>
              <a:rPr lang="en-IE" sz="2400" dirty="0" err="1"/>
              <a:t>val</a:t>
            </a:r>
            <a:r>
              <a:rPr lang="en-IE" sz="2400" dirty="0"/>
              <a:t> = </a:t>
            </a:r>
            <a:r>
              <a:rPr lang="en-IE" sz="2400" dirty="0" err="1"/>
              <a:t>digitalRead</a:t>
            </a:r>
            <a:r>
              <a:rPr lang="en-IE" sz="2400" dirty="0"/>
              <a:t>(</a:t>
            </a:r>
            <a:r>
              <a:rPr lang="en-IE" sz="2400" dirty="0" err="1"/>
              <a:t>inPin</a:t>
            </a:r>
            <a:r>
              <a:rPr lang="en-IE" sz="2400" dirty="0"/>
              <a:t>);   // read the input pin</a:t>
            </a:r>
          </a:p>
          <a:p>
            <a:r>
              <a:rPr lang="en-IE" sz="2400" dirty="0"/>
              <a:t>  </a:t>
            </a:r>
            <a:r>
              <a:rPr lang="en-IE" sz="2400" dirty="0" err="1"/>
              <a:t>digitalWrite</a:t>
            </a:r>
            <a:r>
              <a:rPr lang="en-IE" sz="2400" dirty="0"/>
              <a:t>(</a:t>
            </a:r>
            <a:r>
              <a:rPr lang="en-IE" sz="2400" dirty="0" err="1"/>
              <a:t>ledPin</a:t>
            </a:r>
            <a:r>
              <a:rPr lang="en-IE" sz="2400" dirty="0"/>
              <a:t>, </a:t>
            </a:r>
            <a:r>
              <a:rPr lang="en-IE" sz="2400" dirty="0" err="1"/>
              <a:t>val</a:t>
            </a:r>
            <a:r>
              <a:rPr lang="en-IE" sz="2400" dirty="0"/>
              <a:t>);  // sets the LED to the button's value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A6F56-C4CB-CC2B-92D1-DBA05E7C15FB}"/>
              </a:ext>
            </a:extLst>
          </p:cNvPr>
          <p:cNvSpPr txBox="1"/>
          <p:nvPr/>
        </p:nvSpPr>
        <p:spPr>
          <a:xfrm>
            <a:off x="8126016" y="512763"/>
            <a:ext cx="3456384" cy="230832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rgbClr val="FFFF00"/>
                </a:solidFill>
              </a:rPr>
              <a:t>Exercise: Modify this sketch to work on our Shield using SW1 (Digital Pin 2) and the RED LED (Digital Pin 12)</a:t>
            </a:r>
          </a:p>
        </p:txBody>
      </p:sp>
    </p:spTree>
    <p:extLst>
      <p:ext uri="{BB962C8B-B14F-4D97-AF65-F5344CB8AC3E}">
        <p14:creationId xmlns:p14="http://schemas.microsoft.com/office/powerpoint/2010/main" val="256627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98DEC-9B92-8720-AFE3-88DD47F4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97B1-9051-E903-869D-D9ED6C3C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728" y="324879"/>
            <a:ext cx="7776864" cy="647700"/>
          </a:xfrm>
        </p:spPr>
        <p:txBody>
          <a:bodyPr/>
          <a:lstStyle/>
          <a:p>
            <a:r>
              <a:rPr lang="en-IE" dirty="0"/>
              <a:t>Digital Read and Write Example (2)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054D3-E585-5028-AA07-8B0BD31C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F6F3E-753C-1DCA-CD70-BBD32938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B3FD9-E0DB-F557-90D6-E4BA080B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CAD8-78B5-4715-9523-5EB050334FBB}" type="slidenum">
              <a:rPr lang="en-IE" altLang="en-US" smtClean="0"/>
              <a:pPr/>
              <a:t>12</a:t>
            </a:fld>
            <a:endParaRPr lang="en-IE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447AD-0BC3-671B-FD26-1F167562F0F3}"/>
              </a:ext>
            </a:extLst>
          </p:cNvPr>
          <p:cNvSpPr txBox="1"/>
          <p:nvPr/>
        </p:nvSpPr>
        <p:spPr>
          <a:xfrm>
            <a:off x="596447" y="324879"/>
            <a:ext cx="109728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dirty="0"/>
              <a:t>#define MM_SWITCH 2</a:t>
            </a:r>
          </a:p>
          <a:p>
            <a:r>
              <a:rPr lang="en-IE" sz="2000" dirty="0"/>
              <a:t>#define BB_LED 13</a:t>
            </a:r>
          </a:p>
          <a:p>
            <a:r>
              <a:rPr lang="en-IE" sz="2000" dirty="0"/>
              <a:t>void setup() {</a:t>
            </a:r>
          </a:p>
          <a:p>
            <a:r>
              <a:rPr lang="en-IE" sz="2000" dirty="0"/>
              <a:t>  // initialize digital pin BB_LED as an output, and MM_SWITCH as an INPUT</a:t>
            </a:r>
          </a:p>
          <a:p>
            <a:r>
              <a:rPr lang="en-IE" sz="2000" dirty="0"/>
              <a:t>  </a:t>
            </a:r>
          </a:p>
          <a:p>
            <a:r>
              <a:rPr lang="en-IE" sz="2000" dirty="0"/>
              <a:t>  </a:t>
            </a:r>
            <a:r>
              <a:rPr lang="en-IE" sz="2000" dirty="0" err="1"/>
              <a:t>pinMode</a:t>
            </a:r>
            <a:r>
              <a:rPr lang="en-IE" sz="2000" dirty="0"/>
              <a:t>(BB_LED, OUTPUT);</a:t>
            </a:r>
          </a:p>
          <a:p>
            <a:r>
              <a:rPr lang="en-IE" sz="2000" dirty="0"/>
              <a:t>  </a:t>
            </a:r>
            <a:r>
              <a:rPr lang="en-IE" sz="2000" dirty="0" err="1"/>
              <a:t>pinMode</a:t>
            </a:r>
            <a:r>
              <a:rPr lang="en-IE" sz="2000" dirty="0"/>
              <a:t>(MM_SWITCH, INPUT);</a:t>
            </a:r>
          </a:p>
          <a:p>
            <a:r>
              <a:rPr lang="en-IE" sz="2000" dirty="0"/>
              <a:t>}</a:t>
            </a:r>
          </a:p>
          <a:p>
            <a:r>
              <a:rPr lang="en-IE" sz="2000" dirty="0"/>
              <a:t>void loop() {</a:t>
            </a:r>
          </a:p>
          <a:p>
            <a:r>
              <a:rPr lang="en-IE" sz="2000" dirty="0"/>
              <a:t>  int </a:t>
            </a:r>
            <a:r>
              <a:rPr lang="en-IE" sz="2000" dirty="0" err="1"/>
              <a:t>SwitchState</a:t>
            </a:r>
            <a:r>
              <a:rPr lang="en-IE" sz="2000" dirty="0"/>
              <a:t> = 0;</a:t>
            </a:r>
          </a:p>
          <a:p>
            <a:endParaRPr lang="en-IE" sz="2000" dirty="0"/>
          </a:p>
          <a:p>
            <a:r>
              <a:rPr lang="en-IE" sz="2000" dirty="0"/>
              <a:t>  </a:t>
            </a:r>
            <a:r>
              <a:rPr lang="en-IE" sz="2000" dirty="0" err="1"/>
              <a:t>SwitchState</a:t>
            </a:r>
            <a:r>
              <a:rPr lang="en-IE" sz="2000" dirty="0"/>
              <a:t> = </a:t>
            </a:r>
            <a:r>
              <a:rPr lang="en-IE" sz="2000" dirty="0" err="1"/>
              <a:t>digitalRead</a:t>
            </a:r>
            <a:r>
              <a:rPr lang="en-IE" sz="2000" dirty="0"/>
              <a:t>(MM_SWITCH);</a:t>
            </a:r>
          </a:p>
          <a:p>
            <a:r>
              <a:rPr lang="en-IE" sz="2000" dirty="0"/>
              <a:t>  if (</a:t>
            </a:r>
            <a:r>
              <a:rPr lang="en-IE" sz="2000" dirty="0" err="1"/>
              <a:t>SwitchState</a:t>
            </a:r>
            <a:r>
              <a:rPr lang="en-IE" sz="2000" dirty="0"/>
              <a:t> == HIGH)</a:t>
            </a:r>
          </a:p>
          <a:p>
            <a:r>
              <a:rPr lang="en-IE" sz="2000" dirty="0"/>
              <a:t>    {</a:t>
            </a:r>
          </a:p>
          <a:p>
            <a:r>
              <a:rPr lang="en-IE" sz="2000" dirty="0"/>
              <a:t>      </a:t>
            </a:r>
            <a:r>
              <a:rPr lang="en-IE" sz="2000" dirty="0" err="1"/>
              <a:t>digitalWrite</a:t>
            </a:r>
            <a:r>
              <a:rPr lang="en-IE" sz="2000" dirty="0"/>
              <a:t>(BB_LED, HIGH);  // turn the LED on (HIGH is the voltage level)</a:t>
            </a:r>
          </a:p>
          <a:p>
            <a:r>
              <a:rPr lang="en-IE" sz="2000" dirty="0"/>
              <a:t>    }</a:t>
            </a:r>
          </a:p>
          <a:p>
            <a:r>
              <a:rPr lang="en-IE" sz="2000" dirty="0"/>
              <a:t>  else</a:t>
            </a:r>
          </a:p>
          <a:p>
            <a:r>
              <a:rPr lang="en-IE" sz="2000" dirty="0"/>
              <a:t>    {</a:t>
            </a:r>
          </a:p>
          <a:p>
            <a:r>
              <a:rPr lang="en-IE" sz="2000" dirty="0"/>
              <a:t>      </a:t>
            </a:r>
            <a:r>
              <a:rPr lang="en-IE" sz="2000" dirty="0" err="1"/>
              <a:t>digitalWrite</a:t>
            </a:r>
            <a:r>
              <a:rPr lang="en-IE" sz="2000" dirty="0"/>
              <a:t>(BB_LED, LOW);   // turn the LED off by making the voltage LOW</a:t>
            </a:r>
          </a:p>
          <a:p>
            <a:r>
              <a:rPr lang="en-IE" sz="2000" dirty="0"/>
              <a:t>    }</a:t>
            </a:r>
          </a:p>
          <a:p>
            <a:r>
              <a:rPr lang="en-IE" sz="20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EDCCBC-64C5-3E64-A50A-BEC733DF0823}"/>
              </a:ext>
            </a:extLst>
          </p:cNvPr>
          <p:cNvSpPr txBox="1"/>
          <p:nvPr/>
        </p:nvSpPr>
        <p:spPr>
          <a:xfrm>
            <a:off x="5660475" y="3005846"/>
            <a:ext cx="5570756" cy="400110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This is overkill but it shows how if … else 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BE637-5197-D6BC-8E6F-3B14E3FD8B17}"/>
              </a:ext>
            </a:extLst>
          </p:cNvPr>
          <p:cNvSpPr txBox="1"/>
          <p:nvPr/>
        </p:nvSpPr>
        <p:spPr>
          <a:xfrm>
            <a:off x="7320136" y="1743199"/>
            <a:ext cx="3923703" cy="461665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400" dirty="0">
                <a:solidFill>
                  <a:srgbClr val="FFFF00"/>
                </a:solidFill>
              </a:rPr>
              <a:t>See </a:t>
            </a:r>
            <a:r>
              <a:rPr lang="en-IE" sz="2400" dirty="0" err="1">
                <a:solidFill>
                  <a:srgbClr val="FFFF00"/>
                </a:solidFill>
              </a:rPr>
              <a:t>OnOffWithSwitchIfElse</a:t>
            </a:r>
            <a:endParaRPr lang="en-IE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493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3E46-B821-57AD-0D9C-1DF56E7A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 an Analog Input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356D-EE04-0F9C-AEF5-E61DA0DA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Arduino UNO’s AtMega328P (and any microcontroller) samples an input voltage and converts it to a digital representation of the input voltage</a:t>
            </a:r>
          </a:p>
          <a:p>
            <a:r>
              <a:rPr lang="en-IE" dirty="0"/>
              <a:t>The ADC has 10 bits, and defaults to converting voltages between 0V and 5V to a number</a:t>
            </a:r>
          </a:p>
          <a:p>
            <a:r>
              <a:rPr lang="en-IE" dirty="0"/>
              <a:t>If the input is 0V, the ADC returns a value of 0</a:t>
            </a:r>
          </a:p>
          <a:p>
            <a:r>
              <a:rPr lang="en-IE" dirty="0"/>
              <a:t>If the input is 1V, the ADC returns a value of 1023</a:t>
            </a:r>
          </a:p>
          <a:p>
            <a:r>
              <a:rPr lang="en-IE" dirty="0"/>
              <a:t>Why do you think this is the case?</a:t>
            </a:r>
          </a:p>
          <a:p>
            <a:r>
              <a:rPr lang="en-IE" dirty="0"/>
              <a:t>If Vin = 2V, the ADC result will be 409 (only integer values are returned)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8DE22-CFA4-ED5C-8259-18C3F1FF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F9E75-73E2-9438-85B2-D040C17E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883D6-5B7A-0C9A-A8A5-FE10E5F6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ABE9-A1F0-4D25-A546-B48E1EC44F84}" type="slidenum">
              <a:rPr lang="en-IE" altLang="en-US" smtClean="0"/>
              <a:pPr/>
              <a:t>13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78941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4AC9-A112-3323-3432-62FC948AA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1844-A3DC-E443-2D70-C5385942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 an Analog Input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18B62-9C5C-1AD4-D334-1B7985D7D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You can convert the input reading to a voltage reading using the equation</a:t>
            </a:r>
          </a:p>
          <a:p>
            <a:r>
              <a:rPr lang="en-IE" dirty="0"/>
              <a:t>Vin = ((</a:t>
            </a:r>
            <a:r>
              <a:rPr lang="en-IE" dirty="0" err="1"/>
              <a:t>ADC_Reading</a:t>
            </a:r>
            <a:r>
              <a:rPr lang="en-IE" dirty="0"/>
              <a:t>) * 5.0)/1023</a:t>
            </a:r>
          </a:p>
          <a:p>
            <a:r>
              <a:rPr lang="en-IE" dirty="0"/>
              <a:t>But you need to use floating point variables because the result is not an integer (we’ll see these later)</a:t>
            </a:r>
          </a:p>
          <a:p>
            <a:r>
              <a:rPr lang="en-IE" dirty="0"/>
              <a:t>Reference: </a:t>
            </a:r>
            <a:r>
              <a:rPr lang="en-IE" dirty="0" err="1">
                <a:hlinkClick r:id="rId2"/>
              </a:rPr>
              <a:t>analogRead</a:t>
            </a:r>
            <a:r>
              <a:rPr lang="en-IE" dirty="0">
                <a:hlinkClick r:id="rId2"/>
              </a:rPr>
              <a:t>() | Arduino Documentation</a:t>
            </a:r>
            <a:endParaRPr lang="en-IE" dirty="0"/>
          </a:p>
          <a:p>
            <a:r>
              <a:rPr lang="en-IE" dirty="0"/>
              <a:t>In the link above you’ll find an example sketch. Modify it for use on our shields which have a potentiometer on A0.</a:t>
            </a:r>
          </a:p>
          <a:p>
            <a:r>
              <a:rPr lang="en-IE" dirty="0"/>
              <a:t>Also see Built In Examples </a:t>
            </a:r>
            <a:r>
              <a:rPr lang="en-IE" dirty="0" err="1"/>
              <a:t>AnalogReadSerial</a:t>
            </a:r>
            <a:r>
              <a:rPr lang="en-IE" dirty="0"/>
              <a:t> and </a:t>
            </a:r>
            <a:r>
              <a:rPr lang="en-IE" dirty="0" err="1"/>
              <a:t>ReadAnalogVoltage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A337E-F049-3D16-F69D-06730D6E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D8725-6F8F-7816-F567-168B20FB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15B4B-8F07-1E25-6FE7-B7596C54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ABE9-A1F0-4D25-A546-B48E1EC44F84}" type="slidenum">
              <a:rPr lang="en-IE" altLang="en-US" smtClean="0"/>
              <a:pPr/>
              <a:t>14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06794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5DAA-8C89-522B-2BEB-BEF4BB9B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Analog Input with if … else and a 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22241-E955-2249-FB69-B77226182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Try writing a sketch using the Analog Input to turn on or off the RED LED</a:t>
            </a:r>
          </a:p>
          <a:p>
            <a:pPr lvl="1"/>
            <a:r>
              <a:rPr lang="en-IE" dirty="0"/>
              <a:t>If the analog in value is less than 512, turn OFF the LED</a:t>
            </a:r>
          </a:p>
          <a:p>
            <a:pPr lvl="1"/>
            <a:r>
              <a:rPr lang="en-IE" dirty="0"/>
              <a:t>Else turn it ON</a:t>
            </a:r>
          </a:p>
          <a:p>
            <a:r>
              <a:rPr lang="en-IE" dirty="0"/>
              <a:t>Try writing a sketch using the Analog Input to Blink the Blue LED at different rates</a:t>
            </a:r>
          </a:p>
          <a:p>
            <a:pPr lvl="1"/>
            <a:r>
              <a:rPr lang="en-IE" dirty="0"/>
              <a:t>If the analog in value is less than 256 blink the Blue LED with 2 seconds on/off time (delay(2000))</a:t>
            </a:r>
          </a:p>
          <a:p>
            <a:pPr lvl="1"/>
            <a:r>
              <a:rPr lang="en-IE" dirty="0"/>
              <a:t>Else blink the Blue LED with one quarter of a second on/off time (delay(250))</a:t>
            </a:r>
          </a:p>
          <a:p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67836-F254-17BC-47C2-9BF4601F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C6A38-D8D9-9B51-52FA-C5E1D5C51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DE742-FA5A-9C0B-E6D7-1012FA03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ABE9-A1F0-4D25-A546-B48E1EC44F84}" type="slidenum">
              <a:rPr lang="en-IE" altLang="en-US" smtClean="0"/>
              <a:pPr/>
              <a:t>15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504769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A3FF-B515-851E-2835-F182B1C61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Printing output to a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6EEA6-0B27-BF0B-A9BA-46E6F8701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library functions </a:t>
            </a:r>
            <a:r>
              <a:rPr lang="en-IE" dirty="0" err="1"/>
              <a:t>Serial.print</a:t>
            </a:r>
            <a:r>
              <a:rPr lang="en-IE" dirty="0"/>
              <a:t> and </a:t>
            </a:r>
            <a:r>
              <a:rPr lang="en-IE" dirty="0" err="1"/>
              <a:t>Serial.println</a:t>
            </a:r>
            <a:r>
              <a:rPr lang="en-IE" dirty="0"/>
              <a:t> allows us to send data to a terminal in Arduino</a:t>
            </a:r>
          </a:p>
          <a:p>
            <a:r>
              <a:rPr lang="en-IE" dirty="0"/>
              <a:t>Using the Arduino serial port</a:t>
            </a:r>
          </a:p>
          <a:p>
            <a:r>
              <a:rPr lang="en-IE" dirty="0" err="1"/>
              <a:t>Serial.print</a:t>
            </a:r>
            <a:r>
              <a:rPr lang="en-IE" dirty="0"/>
              <a:t> writes some data and </a:t>
            </a:r>
            <a:r>
              <a:rPr lang="en-IE" dirty="0" err="1"/>
              <a:t>Serial.println</a:t>
            </a:r>
            <a:r>
              <a:rPr lang="en-IE" dirty="0"/>
              <a:t> writes the data and moves to the start of a newline</a:t>
            </a:r>
          </a:p>
          <a:p>
            <a:r>
              <a:rPr lang="en-IE" dirty="0" err="1">
                <a:hlinkClick r:id="rId2"/>
              </a:rPr>
              <a:t>Serial.println</a:t>
            </a:r>
            <a:r>
              <a:rPr lang="en-IE" dirty="0">
                <a:hlinkClick r:id="rId2"/>
              </a:rPr>
              <a:t>() | Arduino Documentation</a:t>
            </a:r>
            <a:endParaRPr lang="en-IE" dirty="0"/>
          </a:p>
          <a:p>
            <a:r>
              <a:rPr lang="en-IE" dirty="0"/>
              <a:t>See the example file ‘</a:t>
            </a:r>
            <a:r>
              <a:rPr lang="en-IE" dirty="0" err="1"/>
              <a:t>DigitalReadSerial</a:t>
            </a:r>
            <a:endParaRPr lang="en-IE" dirty="0"/>
          </a:p>
          <a:p>
            <a:r>
              <a:rPr lang="en-IE" dirty="0"/>
              <a:t>Note that before using </a:t>
            </a:r>
            <a:r>
              <a:rPr lang="en-IE" dirty="0" err="1"/>
              <a:t>Serial.print</a:t>
            </a:r>
            <a:r>
              <a:rPr lang="en-IE" dirty="0"/>
              <a:t> or </a:t>
            </a:r>
            <a:r>
              <a:rPr lang="en-IE" dirty="0" err="1"/>
              <a:t>Serial.println</a:t>
            </a:r>
            <a:r>
              <a:rPr lang="en-IE" dirty="0"/>
              <a:t> we must first initialise the serial port and specify the number of bits per second being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D97C3-8434-DB6D-604A-EE24B339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473BB-A208-E4DD-2E19-73A8E5E07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9EC71-DAC9-4432-C5C3-ED2C47BA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ABE9-A1F0-4D25-A546-B48E1EC44F84}" type="slidenum">
              <a:rPr lang="en-IE" altLang="en-US" smtClean="0"/>
              <a:pPr/>
              <a:t>16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853794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1C411-BC3B-A681-E380-60FC259A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1F7A5-D4DF-29E3-1B80-94C5088F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1F3A4-1DEF-6980-A965-D07C0980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AD9-E164-47E9-A133-BC0A8A9B8613}" type="slidenum">
              <a:rPr lang="en-IE" altLang="en-US" smtClean="0"/>
              <a:pPr/>
              <a:t>17</a:t>
            </a:fld>
            <a:endParaRPr lang="en-IE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0DB9A-F235-04A2-C898-E45DE1BA4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836712"/>
            <a:ext cx="9360750" cy="57898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5738FC-25D0-A24D-6A3F-B30C35BA9FD6}"/>
              </a:ext>
            </a:extLst>
          </p:cNvPr>
          <p:cNvSpPr txBox="1"/>
          <p:nvPr/>
        </p:nvSpPr>
        <p:spPr>
          <a:xfrm>
            <a:off x="7680176" y="4149080"/>
            <a:ext cx="4248472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This line writes out to the Arduino Terminal Window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4662E5-4145-F608-9116-D0FD05452F37}"/>
              </a:ext>
            </a:extLst>
          </p:cNvPr>
          <p:cNvCxnSpPr>
            <a:cxnSpLocks/>
          </p:cNvCxnSpPr>
          <p:nvPr/>
        </p:nvCxnSpPr>
        <p:spPr>
          <a:xfrm flipH="1">
            <a:off x="5375775" y="4437112"/>
            <a:ext cx="2232393" cy="1157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DE6A22-6348-44D4-0D46-3B27DE7ADDF1}"/>
              </a:ext>
            </a:extLst>
          </p:cNvPr>
          <p:cNvSpPr txBox="1"/>
          <p:nvPr/>
        </p:nvSpPr>
        <p:spPr>
          <a:xfrm>
            <a:off x="7248128" y="1948770"/>
            <a:ext cx="3478837" cy="400110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This initialises the Serial Port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CCD20E-D71E-BFE6-39B7-70D587EDA97C}"/>
              </a:ext>
            </a:extLst>
          </p:cNvPr>
          <p:cNvCxnSpPr/>
          <p:nvPr/>
        </p:nvCxnSpPr>
        <p:spPr>
          <a:xfrm flipH="1">
            <a:off x="4367808" y="2204864"/>
            <a:ext cx="2808312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8E3F01-1DD4-5976-9228-31F17338E152}"/>
              </a:ext>
            </a:extLst>
          </p:cNvPr>
          <p:cNvSpPr txBox="1"/>
          <p:nvPr/>
        </p:nvSpPr>
        <p:spPr>
          <a:xfrm>
            <a:off x="6491971" y="1104709"/>
            <a:ext cx="3778727" cy="40011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Try modifying this for our Shield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94768B-8F3D-0218-63C6-74AD322D73F3}"/>
              </a:ext>
            </a:extLst>
          </p:cNvPr>
          <p:cNvCxnSpPr/>
          <p:nvPr/>
        </p:nvCxnSpPr>
        <p:spPr>
          <a:xfrm flipH="1">
            <a:off x="4367808" y="1268760"/>
            <a:ext cx="172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298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806A-F035-591B-80B0-8F3B59E8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59B1-E011-D413-5E76-174662542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Try combining the programs we have:</a:t>
            </a:r>
          </a:p>
          <a:p>
            <a:r>
              <a:rPr lang="en-IE" dirty="0"/>
              <a:t>If the PB switch is not pressed (HIGH) blink the Blue LED once per second (delay(1000) </a:t>
            </a:r>
          </a:p>
          <a:p>
            <a:r>
              <a:rPr lang="en-IE" dirty="0"/>
              <a:t>Else blink the Blue LED every quarter second (delay(200))</a:t>
            </a:r>
          </a:p>
          <a:p>
            <a:r>
              <a:rPr lang="en-IE" dirty="0"/>
              <a:t>Make a new sketch for this or modify an old 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E328D-983A-357E-C704-B8B3CA09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FEBF-BCD4-D69D-0111-A6A3589D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alt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E8111-FCB9-57EF-EA0A-C3BE2138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ABE9-A1F0-4D25-A546-B48E1EC44F84}" type="slidenum">
              <a:rPr lang="en-IE" altLang="en-US" smtClean="0"/>
              <a:pPr/>
              <a:t>18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812755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07F3-0870-510B-6A60-1F30026A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2BD46-73A3-D20D-2209-DF210E26C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Next Arduino Exercise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91856-F4E5-EDC3-3322-933A97293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can blink the LED on the Arduino Board</a:t>
            </a:r>
          </a:p>
          <a:p>
            <a:r>
              <a:rPr lang="en-IE" dirty="0"/>
              <a:t>Let’s go further</a:t>
            </a:r>
          </a:p>
          <a:p>
            <a:r>
              <a:rPr lang="en-IE" dirty="0"/>
              <a:t>This time, we’re going to blink several LEDs on a Shield board that has a 5 LEDs</a:t>
            </a:r>
          </a:p>
          <a:p>
            <a:r>
              <a:rPr lang="en-IE" dirty="0"/>
              <a:t>Three LEDS (Red, Green and Blue) are placed together in one packages</a:t>
            </a:r>
          </a:p>
          <a:p>
            <a:r>
              <a:rPr lang="en-IE" dirty="0"/>
              <a:t>We’re going to turn on one LED at a time across the package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7E393-6DE1-FBAC-27F1-75A041D7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75B1F-CCBC-742C-2F98-115A4E4A8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C5FD9-5945-202C-1374-83EC5609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009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Getting started (1)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67" y="1376180"/>
            <a:ext cx="3183629" cy="4940300"/>
          </a:xfrm>
        </p:spPr>
        <p:txBody>
          <a:bodyPr/>
          <a:lstStyle/>
          <a:p>
            <a:r>
              <a:rPr lang="en-IE" dirty="0"/>
              <a:t>This is the file we’re going to use </a:t>
            </a:r>
          </a:p>
          <a:p>
            <a:r>
              <a:rPr lang="en-IE" dirty="0"/>
              <a:t>First look at setup();</a:t>
            </a:r>
          </a:p>
          <a:p>
            <a:r>
              <a:rPr lang="en-IE" dirty="0"/>
              <a:t>We set the pins we want to use to be outputs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581E98-829E-0C4E-63AA-2A6F065D2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886" y="1196752"/>
            <a:ext cx="5572903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80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Getting started (2)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809EE8-05DC-E1FB-E103-EB0A6C32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8" y="1618997"/>
            <a:ext cx="7904642" cy="5006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4FBCDC-3E44-4CCC-B8D3-031F75EDCBF6}"/>
              </a:ext>
            </a:extLst>
          </p:cNvPr>
          <p:cNvSpPr txBox="1"/>
          <p:nvPr/>
        </p:nvSpPr>
        <p:spPr>
          <a:xfrm>
            <a:off x="5862508" y="1916832"/>
            <a:ext cx="4409955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Flashes Red -&gt; Green -&gt; Blue</a:t>
            </a:r>
          </a:p>
        </p:txBody>
      </p:sp>
    </p:spTree>
    <p:extLst>
      <p:ext uri="{BB962C8B-B14F-4D97-AF65-F5344CB8AC3E}">
        <p14:creationId xmlns:p14="http://schemas.microsoft.com/office/powerpoint/2010/main" val="182704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Getting started 3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851" y="977899"/>
            <a:ext cx="3947045" cy="1439513"/>
          </a:xfrm>
        </p:spPr>
        <p:txBody>
          <a:bodyPr/>
          <a:lstStyle/>
          <a:p>
            <a:r>
              <a:rPr lang="en-IE" sz="2000" dirty="0"/>
              <a:t>You can find these files on the supplied USB for this module</a:t>
            </a:r>
          </a:p>
          <a:p>
            <a:r>
              <a:rPr lang="en-IE" sz="2000" dirty="0"/>
              <a:t>Arduino sketches end in the suffix .</a:t>
            </a:r>
            <a:r>
              <a:rPr lang="en-IE" sz="2000" dirty="0" err="1"/>
              <a:t>ino</a:t>
            </a:r>
            <a:endParaRPr lang="en-IE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22</a:t>
            </a:fld>
            <a:endParaRPr lang="en-US" altLang="en-US"/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 bwMode="auto">
          <a:xfrm>
            <a:off x="2108028" y="6180587"/>
            <a:ext cx="8363122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414653" y="5043705"/>
            <a:ext cx="3020379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this file to a folder on your computer called Documents\Arduino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5B0F10-2E01-9CAC-EFDB-ED72BC02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904" y="1042295"/>
            <a:ext cx="6096851" cy="1190791"/>
          </a:xfrm>
          <a:prstGeom prst="rect">
            <a:avLst/>
          </a:prstGeom>
        </p:spPr>
      </p:pic>
      <p:sp>
        <p:nvSpPr>
          <p:cNvPr id="12" name="Down Arrow 11"/>
          <p:cNvSpPr/>
          <p:nvPr/>
        </p:nvSpPr>
        <p:spPr bwMode="auto">
          <a:xfrm>
            <a:off x="5738283" y="2143827"/>
            <a:ext cx="501650" cy="323353"/>
          </a:xfrm>
          <a:prstGeom prst="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1400DD7-2A25-A67F-860F-77EAD8D53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2498230"/>
            <a:ext cx="5792008" cy="2762636"/>
          </a:xfrm>
          <a:prstGeom prst="rect">
            <a:avLst/>
          </a:prstGeom>
        </p:spPr>
      </p:pic>
      <p:sp>
        <p:nvSpPr>
          <p:cNvPr id="16" name="Down Arrow 15"/>
          <p:cNvSpPr/>
          <p:nvPr/>
        </p:nvSpPr>
        <p:spPr bwMode="auto">
          <a:xfrm>
            <a:off x="6528048" y="2844232"/>
            <a:ext cx="488950" cy="1691892"/>
          </a:xfrm>
          <a:prstGeom prst="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C1D75F-7624-FDB9-9DC6-527501918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904" y="5291916"/>
            <a:ext cx="6335009" cy="1190791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 bwMode="auto">
          <a:xfrm rot="694787">
            <a:off x="2700125" y="5687217"/>
            <a:ext cx="2938921" cy="484632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8" name="Down Arrow 17"/>
          <p:cNvSpPr/>
          <p:nvPr/>
        </p:nvSpPr>
        <p:spPr bwMode="auto">
          <a:xfrm>
            <a:off x="6131264" y="4741546"/>
            <a:ext cx="488950" cy="1407989"/>
          </a:xfrm>
          <a:prstGeom prst="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25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064" y="164435"/>
            <a:ext cx="10729383" cy="801687"/>
          </a:xfrm>
        </p:spPr>
        <p:txBody>
          <a:bodyPr/>
          <a:lstStyle/>
          <a:p>
            <a:r>
              <a:rPr lang="en-US" altLang="zh-CN" dirty="0">
                <a:ea typeface="SimSun" charset="-122"/>
              </a:rPr>
              <a:t>Getting started 4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440" y="1153915"/>
            <a:ext cx="8645599" cy="1246119"/>
          </a:xfrm>
        </p:spPr>
        <p:txBody>
          <a:bodyPr/>
          <a:lstStyle/>
          <a:p>
            <a:r>
              <a:rPr lang="en-IE" sz="2400" dirty="0"/>
              <a:t>Now open up Arduino and select File … Open</a:t>
            </a:r>
          </a:p>
          <a:p>
            <a:r>
              <a:rPr lang="en-IE" sz="2400" dirty="0"/>
              <a:t>Select the file you have just downloaded (GettingStarted_Example1.ino)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D01D9-AB05-47C5-8292-EB8C69E54F42}"/>
              </a:ext>
            </a:extLst>
          </p:cNvPr>
          <p:cNvSpPr txBox="1"/>
          <p:nvPr/>
        </p:nvSpPr>
        <p:spPr>
          <a:xfrm>
            <a:off x="8435725" y="2039678"/>
            <a:ext cx="2165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Your folder might look a bit different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9676E-7656-43D1-B8FA-684083DBE9AD}"/>
              </a:ext>
            </a:extLst>
          </p:cNvPr>
          <p:cNvSpPr txBox="1"/>
          <p:nvPr/>
        </p:nvSpPr>
        <p:spPr>
          <a:xfrm>
            <a:off x="9389533" y="3387591"/>
            <a:ext cx="1814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This is the file you want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C3AF480-B850-4AF1-B4A9-D8D35D1FDF30}"/>
              </a:ext>
            </a:extLst>
          </p:cNvPr>
          <p:cNvSpPr/>
          <p:nvPr/>
        </p:nvSpPr>
        <p:spPr bwMode="auto">
          <a:xfrm rot="9230910">
            <a:off x="7419606" y="2807690"/>
            <a:ext cx="978408" cy="4846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F0F31D-D4C1-65C0-BF9C-AF92B4576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64" y="3042006"/>
            <a:ext cx="6296904" cy="170521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46CA704-2ED9-472A-A658-AFB74A58521C}"/>
              </a:ext>
            </a:extLst>
          </p:cNvPr>
          <p:cNvSpPr/>
          <p:nvPr/>
        </p:nvSpPr>
        <p:spPr bwMode="auto">
          <a:xfrm rot="10226202">
            <a:off x="5713122" y="3897114"/>
            <a:ext cx="3581554" cy="4846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716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Getting started 5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488" y="1192214"/>
            <a:ext cx="8483600" cy="493703"/>
          </a:xfrm>
        </p:spPr>
        <p:txBody>
          <a:bodyPr/>
          <a:lstStyle/>
          <a:p>
            <a:r>
              <a:rPr lang="en-IE" sz="2400" dirty="0"/>
              <a:t>Select the .</a:t>
            </a:r>
            <a:r>
              <a:rPr lang="en-IE" sz="2400" dirty="0" err="1"/>
              <a:t>ino</a:t>
            </a:r>
            <a:r>
              <a:rPr lang="en-IE" sz="2400" dirty="0"/>
              <a:t> file and you’ll get the following prompt: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839409" y="2006657"/>
            <a:ext cx="2914357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 ‘OK’ to load the file into the Arduino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2728" y="3073919"/>
            <a:ext cx="8218860" cy="1200329"/>
          </a:xfrm>
          <a:prstGeom prst="rect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 Compile and Upload your sketch to the Arduino Board – just like we did with Blink</a:t>
            </a:r>
          </a:p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time, after you have done this, attach a Shield with LEDs to the Arduino and note what is happening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0597" y="5399243"/>
            <a:ext cx="4652468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this option to compile your sketch and also program your Arduino UNO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D527E2-B2A6-808B-88F3-C5AA6487F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729986"/>
            <a:ext cx="5287113" cy="1343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AA25CF-96A9-83EA-241F-AFB9571E8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4217421"/>
            <a:ext cx="4067743" cy="1905266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 bwMode="auto">
          <a:xfrm rot="11442459">
            <a:off x="1390618" y="5076329"/>
            <a:ext cx="4431899" cy="484632"/>
          </a:xfrm>
          <a:prstGeom prst="rightArrow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90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D4EA24-BB43-4B48-BB14-A7C1672A50CE}" type="slidenum">
              <a:rPr lang="en-US" altLang="en-US" sz="1400">
                <a:latin typeface="Arial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55441" y="252414"/>
            <a:ext cx="9425236" cy="547687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SimSun" charset="-122"/>
              </a:rPr>
              <a:t>Modify the program:</a:t>
            </a: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7268" y="1316038"/>
            <a:ext cx="11001340" cy="48117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IE" altLang="zh-CN" sz="2800" dirty="0">
                <a:ea typeface="SimSun" charset="-122"/>
              </a:rPr>
              <a:t>In class we’ll look at how this program works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dirty="0">
                <a:ea typeface="SimSun" charset="-122"/>
              </a:rPr>
              <a:t>Then try the following exercises: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dirty="0">
                <a:ea typeface="SimSun" charset="-122"/>
              </a:rPr>
              <a:t>Change the LED sequence from R-G-B to 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dirty="0">
                <a:ea typeface="SimSun" charset="-122"/>
              </a:rPr>
              <a:t>All OFF-R-G-B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dirty="0">
                <a:ea typeface="SimSun" charset="-122"/>
              </a:rPr>
              <a:t>The sketch uses an on/off time of 1 second (1000 milliseconds)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dirty="0">
                <a:ea typeface="SimSun" charset="-122"/>
              </a:rPr>
              <a:t>Try to change the delay time to 0.5 seconds 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dirty="0">
                <a:ea typeface="SimSun" charset="-122"/>
              </a:rPr>
              <a:t>Try to change the delay time to 2 seconds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IE" altLang="zh-CN" sz="2800" dirty="0">
                <a:ea typeface="SimSun" charset="-122"/>
              </a:rPr>
              <a:t> </a:t>
            </a:r>
            <a:endParaRPr lang="en-US" altLang="zh-CN" sz="2800" dirty="0">
              <a:ea typeface="SimSun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400" dirty="0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2586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3A6C-1C2D-4F03-A367-3818761B0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Other Examples </a:t>
            </a:r>
            <a:r>
              <a:rPr lang="en-IE"/>
              <a:t>and Solutions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A1D9-ABEA-4F63-BB59-D81C92C0E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IE" dirty="0"/>
              <a:t>GettingStarted_Example2 implements the sequence: </a:t>
            </a:r>
            <a:r>
              <a:rPr lang="en-IE" altLang="zh-CN" dirty="0">
                <a:ea typeface="SimSun" charset="-122"/>
              </a:rPr>
              <a:t>All OFF-R-G-B</a:t>
            </a:r>
          </a:p>
          <a:p>
            <a:pPr eaLnBrk="1" hangingPunct="1">
              <a:lnSpc>
                <a:spcPct val="80000"/>
              </a:lnSpc>
            </a:pPr>
            <a:r>
              <a:rPr lang="en-IE" dirty="0"/>
              <a:t>GettingStarted_Example3 uses the SW2 (D2) button to select between two ways of using the RGB LEDs: only one on at a time or combinations of LEDs. </a:t>
            </a:r>
          </a:p>
          <a:p>
            <a:pPr eaLnBrk="1" hangingPunct="1">
              <a:lnSpc>
                <a:spcPct val="80000"/>
              </a:lnSpc>
            </a:pPr>
            <a:r>
              <a:rPr lang="en-IE" u="sng" dirty="0"/>
              <a:t>All LEDs on together gives a white light </a:t>
            </a:r>
            <a:r>
              <a:rPr lang="en-IE" u="sng"/>
              <a:t>– but depends </a:t>
            </a:r>
            <a:r>
              <a:rPr lang="en-IE" u="sng" dirty="0"/>
              <a:t>on how close and how bright the LEDs 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DDDBD-B424-41AC-8AF7-EAA7906F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43727-C098-4CE4-BBB1-652BD01B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8BFEA-E4EF-4C74-AD29-CBC389BA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1936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C10E-A98A-745D-B6B3-84BA53EA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Buzzer_Example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22B9F-4DEF-CE08-338E-EDC0C67B7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11311467" cy="1084659"/>
          </a:xfrm>
        </p:spPr>
        <p:txBody>
          <a:bodyPr/>
          <a:lstStyle/>
          <a:p>
            <a:r>
              <a:rPr lang="en-GB" dirty="0" err="1"/>
              <a:t>Buzzer_Example.ino</a:t>
            </a:r>
            <a:r>
              <a:rPr lang="en-GB" dirty="0"/>
              <a:t> is a sketch that uses the Buzzer attached to Digital Pin 5 on the Shield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D8F6-B82E-6796-EE3A-1CA21047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9D8BD-F722-9CF8-5227-AB511D2B7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5C61B-B62A-FE0A-EFF1-85369FBA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27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907CC-F190-D631-208F-450604947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2276872"/>
            <a:ext cx="7059010" cy="35914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0C18BC-5A41-196A-CB43-B65D4CC152CF}"/>
              </a:ext>
            </a:extLst>
          </p:cNvPr>
          <p:cNvSpPr txBox="1"/>
          <p:nvPr/>
        </p:nvSpPr>
        <p:spPr>
          <a:xfrm>
            <a:off x="8040216" y="2491184"/>
            <a:ext cx="2880320" cy="2585323"/>
          </a:xfrm>
          <a:prstGeom prst="rect">
            <a:avLst/>
          </a:prstGeom>
          <a:solidFill>
            <a:schemeClr val="accent4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The sketch reads the state of the Switch and sounds the buzzer if the Switch is pressed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What do you notice about the way that the push button switch, SW1, is used?</a:t>
            </a:r>
            <a:endParaRPr lang="en-I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913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C10E-A98A-745D-B6B3-84BA53EA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 the </a:t>
            </a:r>
            <a:r>
              <a:rPr lang="en-GB" dirty="0" err="1"/>
              <a:t>Buzzer_Example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22B9F-4DEF-CE08-338E-EDC0C67B7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11311467" cy="518911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Modify the </a:t>
            </a:r>
            <a:r>
              <a:rPr lang="en-GB" dirty="0" err="1"/>
              <a:t>Buzzer_Example</a:t>
            </a:r>
            <a:r>
              <a:rPr lang="en-GB" dirty="0"/>
              <a:t> sketch to change the buzzer tone</a:t>
            </a:r>
          </a:p>
          <a:p>
            <a:pPr lvl="1"/>
            <a:r>
              <a:rPr lang="en-GB" dirty="0"/>
              <a:t>What is the effect of changing the delay time?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Modify the </a:t>
            </a:r>
            <a:r>
              <a:rPr lang="en-GB" dirty="0" err="1"/>
              <a:t>Buzzer_Example</a:t>
            </a:r>
            <a:r>
              <a:rPr lang="en-GB" dirty="0"/>
              <a:t> sketch to change the buzzer tone, based on the state of SW2</a:t>
            </a:r>
          </a:p>
          <a:p>
            <a:pPr lvl="1"/>
            <a:r>
              <a:rPr lang="en-GB" dirty="0"/>
              <a:t>If SW1 is pressed, select a lower tone, else select a higher tone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D8F6-B82E-6796-EE3A-1CA21047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9D8BD-F722-9CF8-5227-AB511D2B7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5C61B-B62A-FE0A-EFF1-85369FBA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76246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2085</Words>
  <Application>Microsoft Office PowerPoint</Application>
  <PresentationFormat>Widescreen</PresentationFormat>
  <Paragraphs>315</Paragraphs>
  <Slides>28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Wingdings</vt:lpstr>
      <vt:lpstr>Tahoma</vt:lpstr>
      <vt:lpstr>SimSun</vt:lpstr>
      <vt:lpstr>Courier New</vt:lpstr>
      <vt:lpstr>Edge</vt:lpstr>
      <vt:lpstr>Blends</vt:lpstr>
      <vt:lpstr>Introduction to Embedded Systems using Arduino</vt:lpstr>
      <vt:lpstr>Getting Started</vt:lpstr>
      <vt:lpstr>Next Arduino Exercise</vt:lpstr>
      <vt:lpstr>Flow control</vt:lpstr>
      <vt:lpstr>Shield Connections</vt:lpstr>
      <vt:lpstr>Shield Schematic</vt:lpstr>
      <vt:lpstr>Digital Inputs and Outputs</vt:lpstr>
      <vt:lpstr>Analog Inputs and Outputs (1)</vt:lpstr>
      <vt:lpstr>Analog Inputs and Outputs (2)</vt:lpstr>
      <vt:lpstr>How to read a Digital Input</vt:lpstr>
      <vt:lpstr>Digital Read and Write Example (1)</vt:lpstr>
      <vt:lpstr>Digital Read and Write Example (2)</vt:lpstr>
      <vt:lpstr>Reading an Analog Input (1)</vt:lpstr>
      <vt:lpstr>Reading an Analog Input (2)</vt:lpstr>
      <vt:lpstr>Analog Input with if … else and a LED</vt:lpstr>
      <vt:lpstr>Printing output to a terminal</vt:lpstr>
      <vt:lpstr>PowerPoint Presentation</vt:lpstr>
      <vt:lpstr>Your turn</vt:lpstr>
      <vt:lpstr>Next Arduino Exercise</vt:lpstr>
      <vt:lpstr>Getting started (1)</vt:lpstr>
      <vt:lpstr>Getting started (2)</vt:lpstr>
      <vt:lpstr>Getting started 3</vt:lpstr>
      <vt:lpstr>Getting started 4</vt:lpstr>
      <vt:lpstr>Getting started 5</vt:lpstr>
      <vt:lpstr>Modify the program:</vt:lpstr>
      <vt:lpstr>Other Examples and Solutions</vt:lpstr>
      <vt:lpstr>Buzzer_Example</vt:lpstr>
      <vt:lpstr>Modify the Buzzer_Example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ET4047 Embedded Software</dc:title>
  <dc:creator>Ciaran MacNamee</dc:creator>
  <cp:lastModifiedBy>Ciaran MacNamee</cp:lastModifiedBy>
  <cp:revision>44</cp:revision>
  <dcterms:created xsi:type="dcterms:W3CDTF">2020-09-17T11:39:01Z</dcterms:created>
  <dcterms:modified xsi:type="dcterms:W3CDTF">2026-01-23T17:05:48Z</dcterms:modified>
</cp:coreProperties>
</file>