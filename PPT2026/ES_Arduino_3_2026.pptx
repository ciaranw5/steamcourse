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9" r:id="rId1"/>
    <p:sldMasterId id="2147483655" r:id="rId2"/>
  </p:sldMasterIdLst>
  <p:notesMasterIdLst>
    <p:notesMasterId r:id="rId37"/>
  </p:notesMasterIdLst>
  <p:handoutMasterIdLst>
    <p:handoutMasterId r:id="rId38"/>
  </p:handoutMasterIdLst>
  <p:sldIdLst>
    <p:sldId id="256" r:id="rId3"/>
    <p:sldId id="507" r:id="rId4"/>
    <p:sldId id="508" r:id="rId5"/>
    <p:sldId id="509" r:id="rId6"/>
    <p:sldId id="510" r:id="rId7"/>
    <p:sldId id="511" r:id="rId8"/>
    <p:sldId id="512" r:id="rId9"/>
    <p:sldId id="513" r:id="rId10"/>
    <p:sldId id="514" r:id="rId11"/>
    <p:sldId id="515" r:id="rId12"/>
    <p:sldId id="457" r:id="rId13"/>
    <p:sldId id="458" r:id="rId14"/>
    <p:sldId id="459" r:id="rId15"/>
    <p:sldId id="460" r:id="rId16"/>
    <p:sldId id="461" r:id="rId17"/>
    <p:sldId id="462" r:id="rId18"/>
    <p:sldId id="463" r:id="rId19"/>
    <p:sldId id="464" r:id="rId20"/>
    <p:sldId id="465" r:id="rId21"/>
    <p:sldId id="500" r:id="rId22"/>
    <p:sldId id="502" r:id="rId23"/>
    <p:sldId id="501" r:id="rId24"/>
    <p:sldId id="503" r:id="rId25"/>
    <p:sldId id="466" r:id="rId26"/>
    <p:sldId id="467" r:id="rId27"/>
    <p:sldId id="468" r:id="rId28"/>
    <p:sldId id="469" r:id="rId29"/>
    <p:sldId id="470" r:id="rId30"/>
    <p:sldId id="471" r:id="rId31"/>
    <p:sldId id="472" r:id="rId32"/>
    <p:sldId id="504" r:id="rId33"/>
    <p:sldId id="506" r:id="rId34"/>
    <p:sldId id="505" r:id="rId35"/>
    <p:sldId id="473" r:id="rId36"/>
  </p:sldIdLst>
  <p:sldSz cx="12192000" cy="6858000"/>
  <p:notesSz cx="6858000" cy="9945688"/>
  <p:embeddedFontLst>
    <p:embeddedFont>
      <p:font typeface="Tahoma" panose="020B0604030504040204" pitchFamily="34" charset="0"/>
      <p:regular r:id="rId39"/>
      <p:bold r:id="rId40"/>
    </p:embeddedFont>
  </p:embeddedFontLst>
  <p:defaultTextStyle>
    <a:defPPr>
      <a:defRPr lang="en-I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B3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E919D8-AEB7-4520-A4DE-C80FAAEE1387}" v="17" dt="2026-02-06T13:06:06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0" autoAdjust="0"/>
    <p:restoredTop sz="94660"/>
  </p:normalViewPr>
  <p:slideViewPr>
    <p:cSldViewPr>
      <p:cViewPr varScale="1">
        <p:scale>
          <a:sx n="51" d="100"/>
          <a:sy n="51" d="100"/>
        </p:scale>
        <p:origin x="1224" y="2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handoutMaster" Target="handoutMasters/handoutMaster1.xml"/><Relationship Id="rId46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ran MacNamee" userId="69a45ed0f0931cfc" providerId="LiveId" clId="{0F7B47A0-16B6-4A23-8885-E9A1704BCDE3}"/>
    <pc:docChg chg="undo custSel addSld delSld modSld sldOrd">
      <pc:chgData name="Ciaran MacNamee" userId="69a45ed0f0931cfc" providerId="LiveId" clId="{0F7B47A0-16B6-4A23-8885-E9A1704BCDE3}" dt="2026-02-06T13:08:12.138" v="1056" actId="20577"/>
      <pc:docMkLst>
        <pc:docMk/>
      </pc:docMkLst>
      <pc:sldChg chg="modSp mod">
        <pc:chgData name="Ciaran MacNamee" userId="69a45ed0f0931cfc" providerId="LiveId" clId="{0F7B47A0-16B6-4A23-8885-E9A1704BCDE3}" dt="2026-02-06T11:18:55.209" v="57" actId="20577"/>
        <pc:sldMkLst>
          <pc:docMk/>
          <pc:sldMk cId="0" sldId="256"/>
        </pc:sldMkLst>
        <pc:spChg chg="mod">
          <ac:chgData name="Ciaran MacNamee" userId="69a45ed0f0931cfc" providerId="LiveId" clId="{0F7B47A0-16B6-4A23-8885-E9A1704BCDE3}" dt="2026-02-06T11:15:56.286" v="1" actId="6549"/>
          <ac:spMkLst>
            <pc:docMk/>
            <pc:sldMk cId="0" sldId="256"/>
            <ac:spMk id="5125" creationId="{00000000-0000-0000-0000-000000000000}"/>
          </ac:spMkLst>
        </pc:spChg>
        <pc:spChg chg="mod">
          <ac:chgData name="Ciaran MacNamee" userId="69a45ed0f0931cfc" providerId="LiveId" clId="{0F7B47A0-16B6-4A23-8885-E9A1704BCDE3}" dt="2026-02-06T11:18:55.209" v="57" actId="20577"/>
          <ac:spMkLst>
            <pc:docMk/>
            <pc:sldMk cId="0" sldId="256"/>
            <ac:spMk id="5126" creationId="{00000000-0000-0000-0000-000000000000}"/>
          </ac:spMkLst>
        </pc:spChg>
      </pc:sldChg>
      <pc:sldChg chg="modSp mod ord">
        <pc:chgData name="Ciaran MacNamee" userId="69a45ed0f0931cfc" providerId="LiveId" clId="{0F7B47A0-16B6-4A23-8885-E9A1704BCDE3}" dt="2026-02-06T12:31:22.282" v="968" actId="20577"/>
        <pc:sldMkLst>
          <pc:docMk/>
          <pc:sldMk cId="3172227786" sldId="457"/>
        </pc:sldMkLst>
        <pc:spChg chg="mod">
          <ac:chgData name="Ciaran MacNamee" userId="69a45ed0f0931cfc" providerId="LiveId" clId="{0F7B47A0-16B6-4A23-8885-E9A1704BCDE3}" dt="2026-02-06T12:31:22.282" v="968" actId="20577"/>
          <ac:spMkLst>
            <pc:docMk/>
            <pc:sldMk cId="3172227786" sldId="457"/>
            <ac:spMk id="2" creationId="{00000000-0000-0000-0000-000000000000}"/>
          </ac:spMkLst>
        </pc:spChg>
      </pc:sldChg>
      <pc:sldChg chg="modSp mod">
        <pc:chgData name="Ciaran MacNamee" userId="69a45ed0f0931cfc" providerId="LiveId" clId="{0F7B47A0-16B6-4A23-8885-E9A1704BCDE3}" dt="2026-02-06T13:08:12.138" v="1056" actId="20577"/>
        <pc:sldMkLst>
          <pc:docMk/>
          <pc:sldMk cId="1387185587" sldId="473"/>
        </pc:sldMkLst>
        <pc:spChg chg="mod">
          <ac:chgData name="Ciaran MacNamee" userId="69a45ed0f0931cfc" providerId="LiveId" clId="{0F7B47A0-16B6-4A23-8885-E9A1704BCDE3}" dt="2026-02-06T13:08:12.138" v="1056" actId="20577"/>
          <ac:spMkLst>
            <pc:docMk/>
            <pc:sldMk cId="1387185587" sldId="473"/>
            <ac:spMk id="3" creationId="{00000000-0000-0000-0000-000000000000}"/>
          </ac:spMkLst>
        </pc:spChg>
      </pc:sldChg>
      <pc:sldChg chg="delSp modSp mod">
        <pc:chgData name="Ciaran MacNamee" userId="69a45ed0f0931cfc" providerId="LiveId" clId="{0F7B47A0-16B6-4A23-8885-E9A1704BCDE3}" dt="2026-02-06T13:06:52.021" v="1025" actId="6549"/>
        <pc:sldMkLst>
          <pc:docMk/>
          <pc:sldMk cId="4004860863" sldId="501"/>
        </pc:sldMkLst>
        <pc:spChg chg="mod">
          <ac:chgData name="Ciaran MacNamee" userId="69a45ed0f0931cfc" providerId="LiveId" clId="{0F7B47A0-16B6-4A23-8885-E9A1704BCDE3}" dt="2026-02-06T13:06:52.021" v="1025" actId="6549"/>
          <ac:spMkLst>
            <pc:docMk/>
            <pc:sldMk cId="4004860863" sldId="501"/>
            <ac:spMk id="3" creationId="{392B356D-7BC6-40D4-EA5F-11FCAA10CCC8}"/>
          </ac:spMkLst>
        </pc:spChg>
        <pc:picChg chg="del">
          <ac:chgData name="Ciaran MacNamee" userId="69a45ed0f0931cfc" providerId="LiveId" clId="{0F7B47A0-16B6-4A23-8885-E9A1704BCDE3}" dt="2026-02-06T13:06:19.588" v="1023" actId="478"/>
          <ac:picMkLst>
            <pc:docMk/>
            <pc:sldMk cId="4004860863" sldId="501"/>
            <ac:picMk id="8" creationId="{9338A9E2-E2B5-D8BF-9763-93660583B5A8}"/>
          </ac:picMkLst>
        </pc:picChg>
      </pc:sldChg>
      <pc:sldChg chg="modSp new mod ord">
        <pc:chgData name="Ciaran MacNamee" userId="69a45ed0f0931cfc" providerId="LiveId" clId="{0F7B47A0-16B6-4A23-8885-E9A1704BCDE3}" dt="2026-02-06T12:31:02.841" v="954"/>
        <pc:sldMkLst>
          <pc:docMk/>
          <pc:sldMk cId="1790627924" sldId="507"/>
        </pc:sldMkLst>
        <pc:spChg chg="mod">
          <ac:chgData name="Ciaran MacNamee" userId="69a45ed0f0931cfc" providerId="LiveId" clId="{0F7B47A0-16B6-4A23-8885-E9A1704BCDE3}" dt="2026-02-06T11:19:50.344" v="161" actId="20577"/>
          <ac:spMkLst>
            <pc:docMk/>
            <pc:sldMk cId="1790627924" sldId="507"/>
            <ac:spMk id="2" creationId="{F1394AA5-48AF-F64A-0C9F-52E4501E5D05}"/>
          </ac:spMkLst>
        </pc:spChg>
        <pc:spChg chg="mod">
          <ac:chgData name="Ciaran MacNamee" userId="69a45ed0f0931cfc" providerId="LiveId" clId="{0F7B47A0-16B6-4A23-8885-E9A1704BCDE3}" dt="2026-02-06T11:21:06.965" v="327" actId="20577"/>
          <ac:spMkLst>
            <pc:docMk/>
            <pc:sldMk cId="1790627924" sldId="507"/>
            <ac:spMk id="3" creationId="{E77F47BE-E7C2-A2D9-141E-FCE25CEEAA7D}"/>
          </ac:spMkLst>
        </pc:spChg>
      </pc:sldChg>
      <pc:sldChg chg="addSp modSp new mod ord">
        <pc:chgData name="Ciaran MacNamee" userId="69a45ed0f0931cfc" providerId="LiveId" clId="{0F7B47A0-16B6-4A23-8885-E9A1704BCDE3}" dt="2026-02-06T12:05:39.218" v="761"/>
        <pc:sldMkLst>
          <pc:docMk/>
          <pc:sldMk cId="3101060424" sldId="508"/>
        </pc:sldMkLst>
        <pc:spChg chg="mod">
          <ac:chgData name="Ciaran MacNamee" userId="69a45ed0f0931cfc" providerId="LiveId" clId="{0F7B47A0-16B6-4A23-8885-E9A1704BCDE3}" dt="2026-02-06T11:21:37.693" v="346" actId="20577"/>
          <ac:spMkLst>
            <pc:docMk/>
            <pc:sldMk cId="3101060424" sldId="508"/>
            <ac:spMk id="2" creationId="{A4E11038-C4CE-9F64-7D4E-2A6FC91247AC}"/>
          </ac:spMkLst>
        </pc:spChg>
        <pc:spChg chg="mod">
          <ac:chgData name="Ciaran MacNamee" userId="69a45ed0f0931cfc" providerId="LiveId" clId="{0F7B47A0-16B6-4A23-8885-E9A1704BCDE3}" dt="2026-02-06T11:21:59.618" v="381" actId="14100"/>
          <ac:spMkLst>
            <pc:docMk/>
            <pc:sldMk cId="3101060424" sldId="508"/>
            <ac:spMk id="3" creationId="{5FD6509F-B556-2EEC-CB90-8A8102A01B17}"/>
          </ac:spMkLst>
        </pc:spChg>
        <pc:spChg chg="add mod">
          <ac:chgData name="Ciaran MacNamee" userId="69a45ed0f0931cfc" providerId="LiveId" clId="{0F7B47A0-16B6-4A23-8885-E9A1704BCDE3}" dt="2026-02-06T11:24:38.251" v="598" actId="20577"/>
          <ac:spMkLst>
            <pc:docMk/>
            <pc:sldMk cId="3101060424" sldId="508"/>
            <ac:spMk id="9" creationId="{378AAF5D-3BE3-BC8B-294E-E9BADE899C20}"/>
          </ac:spMkLst>
        </pc:spChg>
        <pc:spChg chg="add mod">
          <ac:chgData name="Ciaran MacNamee" userId="69a45ed0f0931cfc" providerId="LiveId" clId="{0F7B47A0-16B6-4A23-8885-E9A1704BCDE3}" dt="2026-02-06T11:25:04.025" v="608" actId="1076"/>
          <ac:spMkLst>
            <pc:docMk/>
            <pc:sldMk cId="3101060424" sldId="508"/>
            <ac:spMk id="10" creationId="{F721EC28-4C42-54FF-056E-BBC402960548}"/>
          </ac:spMkLst>
        </pc:spChg>
        <pc:spChg chg="add mod">
          <ac:chgData name="Ciaran MacNamee" userId="69a45ed0f0931cfc" providerId="LiveId" clId="{0F7B47A0-16B6-4A23-8885-E9A1704BCDE3}" dt="2026-02-06T11:25:29.087" v="634" actId="1076"/>
          <ac:spMkLst>
            <pc:docMk/>
            <pc:sldMk cId="3101060424" sldId="508"/>
            <ac:spMk id="11" creationId="{E778F546-A30D-6D38-16F9-CC8EA68A9466}"/>
          </ac:spMkLst>
        </pc:spChg>
        <pc:spChg chg="add mod">
          <ac:chgData name="Ciaran MacNamee" userId="69a45ed0f0931cfc" providerId="LiveId" clId="{0F7B47A0-16B6-4A23-8885-E9A1704BCDE3}" dt="2026-02-06T11:25:51.534" v="657" actId="1076"/>
          <ac:spMkLst>
            <pc:docMk/>
            <pc:sldMk cId="3101060424" sldId="508"/>
            <ac:spMk id="12" creationId="{04FEAC1F-9284-2B98-2557-C798BB2E88E9}"/>
          </ac:spMkLst>
        </pc:spChg>
        <pc:spChg chg="add mod">
          <ac:chgData name="Ciaran MacNamee" userId="69a45ed0f0931cfc" providerId="LiveId" clId="{0F7B47A0-16B6-4A23-8885-E9A1704BCDE3}" dt="2026-02-06T11:26:15.892" v="671" actId="1076"/>
          <ac:spMkLst>
            <pc:docMk/>
            <pc:sldMk cId="3101060424" sldId="508"/>
            <ac:spMk id="13" creationId="{9D27D300-83FE-5445-F6C3-0C3382DC3960}"/>
          </ac:spMkLst>
        </pc:spChg>
        <pc:picChg chg="add mod">
          <ac:chgData name="Ciaran MacNamee" userId="69a45ed0f0931cfc" providerId="LiveId" clId="{0F7B47A0-16B6-4A23-8885-E9A1704BCDE3}" dt="2026-02-06T11:24:22.586" v="590" actId="1076"/>
          <ac:picMkLst>
            <pc:docMk/>
            <pc:sldMk cId="3101060424" sldId="508"/>
            <ac:picMk id="8" creationId="{757ED784-32FF-40A1-E2CF-33D25C9D0CD1}"/>
          </ac:picMkLst>
        </pc:picChg>
      </pc:sldChg>
      <pc:sldChg chg="addSp modSp new mod">
        <pc:chgData name="Ciaran MacNamee" userId="69a45ed0f0931cfc" providerId="LiveId" clId="{0F7B47A0-16B6-4A23-8885-E9A1704BCDE3}" dt="2026-02-06T12:01:45.690" v="694" actId="20577"/>
        <pc:sldMkLst>
          <pc:docMk/>
          <pc:sldMk cId="308750787" sldId="509"/>
        </pc:sldMkLst>
        <pc:spChg chg="mod">
          <ac:chgData name="Ciaran MacNamee" userId="69a45ed0f0931cfc" providerId="LiveId" clId="{0F7B47A0-16B6-4A23-8885-E9A1704BCDE3}" dt="2026-02-06T12:01:45.690" v="694" actId="20577"/>
          <ac:spMkLst>
            <pc:docMk/>
            <pc:sldMk cId="308750787" sldId="509"/>
            <ac:spMk id="2" creationId="{C7A344D6-FFBE-8C0D-1BB9-435A9BB2C6D7}"/>
          </ac:spMkLst>
        </pc:spChg>
        <pc:picChg chg="add">
          <ac:chgData name="Ciaran MacNamee" userId="69a45ed0f0931cfc" providerId="LiveId" clId="{0F7B47A0-16B6-4A23-8885-E9A1704BCDE3}" dt="2026-02-06T12:01:38.918" v="690" actId="22"/>
          <ac:picMkLst>
            <pc:docMk/>
            <pc:sldMk cId="308750787" sldId="509"/>
            <ac:picMk id="7" creationId="{01EAA02D-E4DE-F329-99DE-99E0CB156818}"/>
          </ac:picMkLst>
        </pc:picChg>
      </pc:sldChg>
      <pc:sldChg chg="addSp delSp modSp add mod">
        <pc:chgData name="Ciaran MacNamee" userId="69a45ed0f0931cfc" providerId="LiveId" clId="{0F7B47A0-16B6-4A23-8885-E9A1704BCDE3}" dt="2026-02-06T12:02:27.704" v="699" actId="1076"/>
        <pc:sldMkLst>
          <pc:docMk/>
          <pc:sldMk cId="3804765107" sldId="510"/>
        </pc:sldMkLst>
        <pc:spChg chg="mod">
          <ac:chgData name="Ciaran MacNamee" userId="69a45ed0f0931cfc" providerId="LiveId" clId="{0F7B47A0-16B6-4A23-8885-E9A1704BCDE3}" dt="2026-02-06T12:01:56.609" v="696" actId="20577"/>
          <ac:spMkLst>
            <pc:docMk/>
            <pc:sldMk cId="3804765107" sldId="510"/>
            <ac:spMk id="2" creationId="{9DB6F98F-DF86-B323-E3FF-B302CF2ADEBF}"/>
          </ac:spMkLst>
        </pc:spChg>
        <pc:picChg chg="del">
          <ac:chgData name="Ciaran MacNamee" userId="69a45ed0f0931cfc" providerId="LiveId" clId="{0F7B47A0-16B6-4A23-8885-E9A1704BCDE3}" dt="2026-02-06T12:01:57.994" v="697" actId="478"/>
          <ac:picMkLst>
            <pc:docMk/>
            <pc:sldMk cId="3804765107" sldId="510"/>
            <ac:picMk id="7" creationId="{553A95AE-DDFA-033B-A228-5DB89E87C2A4}"/>
          </ac:picMkLst>
        </pc:picChg>
        <pc:picChg chg="add mod">
          <ac:chgData name="Ciaran MacNamee" userId="69a45ed0f0931cfc" providerId="LiveId" clId="{0F7B47A0-16B6-4A23-8885-E9A1704BCDE3}" dt="2026-02-06T12:02:27.704" v="699" actId="1076"/>
          <ac:picMkLst>
            <pc:docMk/>
            <pc:sldMk cId="3804765107" sldId="510"/>
            <ac:picMk id="8" creationId="{FC814C6B-63AE-FFE8-7AA0-2093105AAE59}"/>
          </ac:picMkLst>
        </pc:picChg>
      </pc:sldChg>
      <pc:sldChg chg="addSp modSp new mod">
        <pc:chgData name="Ciaran MacNamee" userId="69a45ed0f0931cfc" providerId="LiveId" clId="{0F7B47A0-16B6-4A23-8885-E9A1704BCDE3}" dt="2026-02-06T12:04:30.584" v="759" actId="1076"/>
        <pc:sldMkLst>
          <pc:docMk/>
          <pc:sldMk cId="1597246742" sldId="511"/>
        </pc:sldMkLst>
        <pc:spChg chg="mod">
          <ac:chgData name="Ciaran MacNamee" userId="69a45ed0f0931cfc" providerId="LiveId" clId="{0F7B47A0-16B6-4A23-8885-E9A1704BCDE3}" dt="2026-02-06T12:04:30.584" v="759" actId="1076"/>
          <ac:spMkLst>
            <pc:docMk/>
            <pc:sldMk cId="1597246742" sldId="511"/>
            <ac:spMk id="2" creationId="{6E616CE3-4BF3-D3AE-48BD-6C3708665788}"/>
          </ac:spMkLst>
        </pc:spChg>
        <pc:picChg chg="add mod">
          <ac:chgData name="Ciaran MacNamee" userId="69a45ed0f0931cfc" providerId="LiveId" clId="{0F7B47A0-16B6-4A23-8885-E9A1704BCDE3}" dt="2026-02-06T12:03:52.868" v="738" actId="1076"/>
          <ac:picMkLst>
            <pc:docMk/>
            <pc:sldMk cId="1597246742" sldId="511"/>
            <ac:picMk id="7" creationId="{6AEA7EA3-50C8-24F5-A977-8B059F19B9D5}"/>
          </ac:picMkLst>
        </pc:picChg>
      </pc:sldChg>
      <pc:sldChg chg="add ord">
        <pc:chgData name="Ciaran MacNamee" userId="69a45ed0f0931cfc" providerId="LiveId" clId="{0F7B47A0-16B6-4A23-8885-E9A1704BCDE3}" dt="2026-02-06T12:05:53.902" v="766"/>
        <pc:sldMkLst>
          <pc:docMk/>
          <pc:sldMk cId="3130342905" sldId="512"/>
        </pc:sldMkLst>
      </pc:sldChg>
      <pc:sldChg chg="addSp modSp new mod">
        <pc:chgData name="Ciaran MacNamee" userId="69a45ed0f0931cfc" providerId="LiveId" clId="{0F7B47A0-16B6-4A23-8885-E9A1704BCDE3}" dt="2026-02-06T12:07:49.763" v="832" actId="1076"/>
        <pc:sldMkLst>
          <pc:docMk/>
          <pc:sldMk cId="1663538777" sldId="513"/>
        </pc:sldMkLst>
        <pc:spChg chg="mod">
          <ac:chgData name="Ciaran MacNamee" userId="69a45ed0f0931cfc" providerId="LiveId" clId="{0F7B47A0-16B6-4A23-8885-E9A1704BCDE3}" dt="2026-02-06T12:06:27.368" v="824" actId="20577"/>
          <ac:spMkLst>
            <pc:docMk/>
            <pc:sldMk cId="1663538777" sldId="513"/>
            <ac:spMk id="2" creationId="{CF54A4DB-9BAB-1A86-71B2-8F0A59EFE721}"/>
          </ac:spMkLst>
        </pc:spChg>
        <pc:picChg chg="add mod">
          <ac:chgData name="Ciaran MacNamee" userId="69a45ed0f0931cfc" providerId="LiveId" clId="{0F7B47A0-16B6-4A23-8885-E9A1704BCDE3}" dt="2026-02-06T12:07:45.219" v="831" actId="1076"/>
          <ac:picMkLst>
            <pc:docMk/>
            <pc:sldMk cId="1663538777" sldId="513"/>
            <ac:picMk id="7" creationId="{D064DA6C-4F1D-E7A0-A808-D2441E0F0A00}"/>
          </ac:picMkLst>
        </pc:picChg>
        <pc:picChg chg="add mod">
          <ac:chgData name="Ciaran MacNamee" userId="69a45ed0f0931cfc" providerId="LiveId" clId="{0F7B47A0-16B6-4A23-8885-E9A1704BCDE3}" dt="2026-02-06T12:07:49.763" v="832" actId="1076"/>
          <ac:picMkLst>
            <pc:docMk/>
            <pc:sldMk cId="1663538777" sldId="513"/>
            <ac:picMk id="9" creationId="{A4B68EAF-C540-F10F-C78D-DF92CB097A0A}"/>
          </ac:picMkLst>
        </pc:picChg>
      </pc:sldChg>
      <pc:sldChg chg="add del">
        <pc:chgData name="Ciaran MacNamee" userId="69a45ed0f0931cfc" providerId="LiveId" clId="{0F7B47A0-16B6-4A23-8885-E9A1704BCDE3}" dt="2026-02-06T12:06:32.097" v="826"/>
        <pc:sldMkLst>
          <pc:docMk/>
          <pc:sldMk cId="118293936" sldId="514"/>
        </pc:sldMkLst>
      </pc:sldChg>
      <pc:sldChg chg="addSp modSp new mod">
        <pc:chgData name="Ciaran MacNamee" userId="69a45ed0f0931cfc" providerId="LiveId" clId="{0F7B47A0-16B6-4A23-8885-E9A1704BCDE3}" dt="2026-02-06T12:09:00.905" v="856" actId="1076"/>
        <pc:sldMkLst>
          <pc:docMk/>
          <pc:sldMk cId="2238051826" sldId="514"/>
        </pc:sldMkLst>
        <pc:spChg chg="mod">
          <ac:chgData name="Ciaran MacNamee" userId="69a45ed0f0931cfc" providerId="LiveId" clId="{0F7B47A0-16B6-4A23-8885-E9A1704BCDE3}" dt="2026-02-06T12:08:38.750" v="854" actId="20577"/>
          <ac:spMkLst>
            <pc:docMk/>
            <pc:sldMk cId="2238051826" sldId="514"/>
            <ac:spMk id="2" creationId="{436C7A10-8F47-0BCD-84B5-8C95109AEE4F}"/>
          </ac:spMkLst>
        </pc:spChg>
        <pc:picChg chg="add mod">
          <ac:chgData name="Ciaran MacNamee" userId="69a45ed0f0931cfc" providerId="LiveId" clId="{0F7B47A0-16B6-4A23-8885-E9A1704BCDE3}" dt="2026-02-06T12:09:00.905" v="856" actId="1076"/>
          <ac:picMkLst>
            <pc:docMk/>
            <pc:sldMk cId="2238051826" sldId="514"/>
            <ac:picMk id="7" creationId="{CB926422-F308-057A-E6BC-3823EBFF282F}"/>
          </ac:picMkLst>
        </pc:picChg>
      </pc:sldChg>
      <pc:sldChg chg="addSp modSp new mod">
        <pc:chgData name="Ciaran MacNamee" userId="69a45ed0f0931cfc" providerId="LiveId" clId="{0F7B47A0-16B6-4A23-8885-E9A1704BCDE3}" dt="2026-02-06T12:18:09.839" v="952" actId="20577"/>
        <pc:sldMkLst>
          <pc:docMk/>
          <pc:sldMk cId="2552894813" sldId="515"/>
        </pc:sldMkLst>
        <pc:spChg chg="mod">
          <ac:chgData name="Ciaran MacNamee" userId="69a45ed0f0931cfc" providerId="LiveId" clId="{0F7B47A0-16B6-4A23-8885-E9A1704BCDE3}" dt="2026-02-06T12:16:26.283" v="900" actId="20577"/>
          <ac:spMkLst>
            <pc:docMk/>
            <pc:sldMk cId="2552894813" sldId="515"/>
            <ac:spMk id="2" creationId="{29170B7F-60BD-F894-E15A-31E201AE63F1}"/>
          </ac:spMkLst>
        </pc:spChg>
        <pc:spChg chg="add mod">
          <ac:chgData name="Ciaran MacNamee" userId="69a45ed0f0931cfc" providerId="LiveId" clId="{0F7B47A0-16B6-4A23-8885-E9A1704BCDE3}" dt="2026-02-06T12:18:09.839" v="952" actId="20577"/>
          <ac:spMkLst>
            <pc:docMk/>
            <pc:sldMk cId="2552894813" sldId="515"/>
            <ac:spMk id="8" creationId="{AA2F48B9-1D1B-56C4-77C2-E6E8E92FCA54}"/>
          </ac:spMkLst>
        </pc:spChg>
        <pc:picChg chg="add mod">
          <ac:chgData name="Ciaran MacNamee" userId="69a45ed0f0931cfc" providerId="LiveId" clId="{0F7B47A0-16B6-4A23-8885-E9A1704BCDE3}" dt="2026-02-06T12:17:28.774" v="902" actId="1076"/>
          <ac:picMkLst>
            <pc:docMk/>
            <pc:sldMk cId="2552894813" sldId="515"/>
            <ac:picMk id="7" creationId="{DE9F895E-1C8F-5A40-04B7-3AAF9D0CD534}"/>
          </ac:picMkLst>
        </pc:picChg>
      </pc:sldChg>
      <pc:sldChg chg="new del">
        <pc:chgData name="Ciaran MacNamee" userId="69a45ed0f0931cfc" providerId="LiveId" clId="{0F7B47A0-16B6-4A23-8885-E9A1704BCDE3}" dt="2026-02-06T12:15:50.006" v="858" actId="680"/>
        <pc:sldMkLst>
          <pc:docMk/>
          <pc:sldMk cId="4152398107" sldId="51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3B8789A-6880-4222-B427-EE97DDDE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FCB9B-BF94-4D24-9204-6A57505299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5120" y="0"/>
            <a:ext cx="2971336" cy="497536"/>
          </a:xfrm>
          <a:prstGeom prst="rect">
            <a:avLst/>
          </a:prstGeom>
        </p:spPr>
        <p:txBody>
          <a:bodyPr vert="horz" lIns="93973" tIns="46986" rIns="93973" bIns="46986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245CD64C-0B54-441C-97C5-7C071B8A6CA0}" type="datetimeFigureOut">
              <a:rPr lang="en-IE"/>
              <a:pPr>
                <a:defRPr/>
              </a:pPr>
              <a:t>06/02/2026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4906E-0917-40FB-B176-F28752B60D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46470"/>
            <a:ext cx="2971337" cy="497536"/>
          </a:xfrm>
          <a:prstGeom prst="rect">
            <a:avLst/>
          </a:prstGeom>
        </p:spPr>
        <p:txBody>
          <a:bodyPr vert="horz" lIns="93973" tIns="46986" rIns="93973" bIns="46986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4F16C-54D3-4AE0-90F5-EBF279BFC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5120" y="9446470"/>
            <a:ext cx="2971336" cy="497536"/>
          </a:xfrm>
          <a:prstGeom prst="rect">
            <a:avLst/>
          </a:prstGeom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BE9BB88-4594-452D-97CF-DBF539BC167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5434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98C2741-2BDD-48D5-86A8-EC87CA77042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0C64AE7-5771-4C10-A0C5-8D17B981651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5120" y="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" y="746125"/>
            <a:ext cx="6630988" cy="37306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FCE66508-9FA6-46C8-9854-34103033F9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337" y="4724917"/>
            <a:ext cx="5487326" cy="4474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noProof="0"/>
              <a:t>Click to edit Master text styles</a:t>
            </a:r>
          </a:p>
          <a:p>
            <a:pPr lvl="1"/>
            <a:r>
              <a:rPr lang="en-IE" noProof="0"/>
              <a:t>Second level</a:t>
            </a:r>
          </a:p>
          <a:p>
            <a:pPr lvl="2"/>
            <a:r>
              <a:rPr lang="en-IE" noProof="0"/>
              <a:t>Third level</a:t>
            </a:r>
          </a:p>
          <a:p>
            <a:pPr lvl="3"/>
            <a:r>
              <a:rPr lang="en-IE" noProof="0"/>
              <a:t>Fourth level</a:t>
            </a:r>
          </a:p>
          <a:p>
            <a:pPr lvl="4"/>
            <a:r>
              <a:rPr lang="en-IE" noProof="0"/>
              <a:t>Fifth level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B80F41B3-29AB-420A-BD01-FA126275903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46470"/>
            <a:ext cx="2971337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2454F4F7-A6DF-4F56-806B-AB9A342F52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120" y="9446470"/>
            <a:ext cx="2971336" cy="49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973" tIns="46986" rIns="93973" bIns="4698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2D78038-9F06-419B-A634-E48307815C35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4841280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" y="746125"/>
            <a:ext cx="6630988" cy="3730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D78038-9F06-419B-A634-E48307815C35}" type="slidenum">
              <a:rPr lang="en-IE" altLang="en-US" smtClean="0"/>
              <a:pPr/>
              <a:t>1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848883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3400"/>
            </a:lvl1pPr>
          </a:lstStyle>
          <a:p>
            <a:pPr lvl="0"/>
            <a:r>
              <a:rPr lang="en-IE" altLang="en-US" noProof="0"/>
              <a:t>Click to edit Master title style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IE" altLang="en-US" noProof="0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E628FB-ACFE-48A4-B69E-F28FD7759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FFEC5AF-4338-43D6-B111-46449E451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2578602-52F6-407A-94C1-934E6D89CE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B795E-2992-41FB-9AFE-FDD23EF301EC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312214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DFABE9-A1F0-4D25-A546-B48E1EC44F84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686825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1173D2-418A-47DD-A23C-C5D14B0AAB3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1501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08050"/>
            <a:ext cx="5384800" cy="5222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874E5F-DAEC-4CA2-8834-37FB243B2B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031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B58BCF-E64A-438B-BFF1-976839A23CF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0606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58CAD8-78B5-4715-9523-5EB050334FBB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177258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28AD9-E164-47E9-A133-BC0A8A9B8613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343190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F5495F-ABC7-4D7D-AACD-1388F0121A21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9634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A50F8-407A-4F90-8D31-B36F606E59DD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11556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A2425E-98D4-4FBF-AF67-8C9D6C7FC7FE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7722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88913"/>
            <a:ext cx="2743200" cy="5942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8913"/>
            <a:ext cx="8026400" cy="5942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90B3FF-503E-44DE-B03C-217DF22481CF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720785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8913"/>
            <a:ext cx="10972800" cy="647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908050"/>
            <a:ext cx="10972800" cy="5222875"/>
          </a:xfrm>
        </p:spPr>
        <p:txBody>
          <a:bodyPr/>
          <a:lstStyle/>
          <a:p>
            <a:pPr lvl="0"/>
            <a:endParaRPr lang="en-IE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D60EC2-F83B-4EA5-89D7-D13ADD964D29}" type="slidenum">
              <a:rPr lang="en-IE" altLang="en-US"/>
              <a:pPr/>
              <a:t>‹#›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4112597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51CFBA-08CB-45A1-9985-EF82ADAB39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3800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0D0ED3-58A7-486F-9C46-12B8D05840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000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D4263E-8DEB-43AE-B3A3-53F686D36A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91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8913"/>
            <a:ext cx="109728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08050"/>
            <a:ext cx="10972800" cy="522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IE" altLang="en-US"/>
              <a:t>Click to edit Master text styles</a:t>
            </a:r>
          </a:p>
          <a:p>
            <a:pPr lvl="1"/>
            <a:r>
              <a:rPr lang="en-IE" altLang="en-US"/>
              <a:t>Second level</a:t>
            </a:r>
          </a:p>
          <a:p>
            <a:pPr lvl="2"/>
            <a:r>
              <a:rPr lang="en-IE" altLang="en-US"/>
              <a:t>Third level</a:t>
            </a:r>
          </a:p>
          <a:p>
            <a:pPr lvl="3"/>
            <a:r>
              <a:rPr lang="en-IE" altLang="en-US"/>
              <a:t>Fourth level</a:t>
            </a:r>
          </a:p>
          <a:p>
            <a:pPr lvl="4"/>
            <a:r>
              <a:rPr lang="en-IE" altLang="en-US"/>
              <a:t>Fifth level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BABAB8EE-DC4E-4EFA-B182-E263336431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US" altLang="en-US"/>
              <a:t>Winter 2026</a:t>
            </a:r>
            <a:endParaRPr lang="en-IE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06F91DBD-C2D1-4DAE-9444-724D6372EE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E" altLang="en-US"/>
              <a:t>Session 3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9A8368F0-C529-4086-BAD7-26E374DFDF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03B3636E-62EF-4D06-B875-1EED8D9631B0}" type="slidenum">
              <a:rPr lang="en-IE" altLang="en-US"/>
              <a:pPr/>
              <a:t>‹#›</a:t>
            </a:fld>
            <a:endParaRPr lang="en-IE" altLang="en-US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E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70417" y="260351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80534" y="2603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35518" y="682626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28700" y="6826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220133" y="9779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29734" y="152401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04285" y="9429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GB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212851" y="176214"/>
            <a:ext cx="10729383" cy="80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1" y="1192213"/>
            <a:ext cx="11311467" cy="494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693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67267" y="62182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693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42267" y="6243638"/>
            <a:ext cx="49953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Session 3</a:t>
            </a:r>
            <a:endParaRPr lang="en-US" dirty="0"/>
          </a:p>
        </p:txBody>
      </p:sp>
      <p:sp>
        <p:nvSpPr>
          <p:cNvPr id="5693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D81562D7-3287-490A-A831-988E1CD9176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0" r:id="rId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iaranW5/SteamCourse" TargetMode="Externa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Winter 2026</a:t>
            </a:r>
            <a:endParaRPr lang="en-IE" altLang="en-US" sz="1000"/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IE" altLang="en-US" sz="1000"/>
              <a:t>Session 3</a:t>
            </a:r>
          </a:p>
        </p:txBody>
      </p:sp>
      <p:sp>
        <p:nvSpPr>
          <p:cNvPr id="5124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B4A196-E8AA-441C-B267-4C29E5FE499F}" type="slidenum">
              <a:rPr lang="en-IE" altLang="en-US" sz="10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IE" altLang="en-US" sz="10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83432" y="1524000"/>
            <a:ext cx="10395768" cy="1752600"/>
          </a:xfrm>
        </p:spPr>
        <p:txBody>
          <a:bodyPr/>
          <a:lstStyle/>
          <a:p>
            <a:pPr eaLnBrk="1" hangingPunct="1"/>
            <a:r>
              <a:rPr lang="en-IE" altLang="en-US" sz="3200" dirty="0"/>
              <a:t>Introduction to Embedded Systems using Arduino</a:t>
            </a:r>
            <a:endParaRPr lang="en-IE" altLang="en-US" dirty="0"/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0507" y="4365104"/>
            <a:ext cx="10395768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Session 3: 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(1) Building a circuit with an LED and a resistor</a:t>
            </a:r>
          </a:p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(2) </a:t>
            </a:r>
            <a:r>
              <a:rPr lang="en-GB" altLang="en-US" sz="2400" dirty="0"/>
              <a:t>Arduino: Analog Inputs and starting a new sketch</a:t>
            </a:r>
            <a:endParaRPr lang="en-IE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IE" altLang="en-US" sz="2400" dirty="0"/>
              <a:t>Dr Ciaran MacNamee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4AA5-48AF-F64A-0C9F-52E4501E5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Steam Course Session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F47BE-E7C2-A2D9-141E-FCE25CEEA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Today we do two things:</a:t>
            </a:r>
          </a:p>
          <a:p>
            <a:r>
              <a:rPr lang="en-IE" dirty="0"/>
              <a:t>Build a circuit on breadboard with an LED and a current-limiting resistor</a:t>
            </a:r>
          </a:p>
          <a:p>
            <a:r>
              <a:rPr lang="en-IE" dirty="0"/>
              <a:t>Start a new sketch (we can use previous examples if necessary)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9D314-061E-E4D7-3F40-7FF2BBAE4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09791-44E0-E31B-4F97-16BBA6C7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860A7-F2A0-9A5A-2FFF-4BF7D206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62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1038-C4CE-9F64-7D4E-2A6FC912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Simple LED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6509F-B556-2EEC-CB90-8A8102A01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11311467" cy="801687"/>
          </a:xfrm>
        </p:spPr>
        <p:txBody>
          <a:bodyPr/>
          <a:lstStyle/>
          <a:p>
            <a:r>
              <a:rPr lang="en-IE" dirty="0"/>
              <a:t>We’re going to build this circuit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6EE18-2412-E4F8-A551-D76566EA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1766-9C65-5B62-A6AE-46AD46E50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2F91-A95C-34E7-DB4A-DA202A0E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3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ED784-32FF-40A1-E2CF-33D25C9D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34" y="1778921"/>
            <a:ext cx="6611273" cy="4715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8AAF5D-3BE3-BC8B-294E-E9BADE899C20}"/>
              </a:ext>
            </a:extLst>
          </p:cNvPr>
          <p:cNvSpPr txBox="1"/>
          <p:nvPr/>
        </p:nvSpPr>
        <p:spPr>
          <a:xfrm>
            <a:off x="7345307" y="1212679"/>
            <a:ext cx="4657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This is the schematic diagram of an electrical circuit</a:t>
            </a:r>
          </a:p>
          <a:p>
            <a:endParaRPr lang="en-IE" sz="2400" dirty="0"/>
          </a:p>
          <a:p>
            <a:r>
              <a:rPr lang="en-IE" sz="2400" dirty="0"/>
              <a:t>It shows how the components are connected</a:t>
            </a:r>
          </a:p>
          <a:p>
            <a:endParaRPr lang="en-IE" sz="2400" dirty="0"/>
          </a:p>
          <a:p>
            <a:r>
              <a:rPr lang="en-IE" sz="2400" dirty="0"/>
              <a:t>In our case the 5V Voltage source will be provided by the Arduino 5V and Ground (GND) connections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21EC28-4C42-54FF-056E-BBC402960548}"/>
              </a:ext>
            </a:extLst>
          </p:cNvPr>
          <p:cNvSpPr txBox="1"/>
          <p:nvPr/>
        </p:nvSpPr>
        <p:spPr>
          <a:xfrm>
            <a:off x="4799856" y="275193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Resistor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78F546-A30D-6D38-16F9-CC8EA68A9466}"/>
              </a:ext>
            </a:extLst>
          </p:cNvPr>
          <p:cNvSpPr txBox="1"/>
          <p:nvPr/>
        </p:nvSpPr>
        <p:spPr>
          <a:xfrm>
            <a:off x="3773897" y="4167786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Light Emitting Diode</a:t>
            </a:r>
          </a:p>
          <a:p>
            <a:r>
              <a:rPr lang="en-IE" dirty="0"/>
              <a:t>LED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FEAC1F-9284-2B98-2557-C798BB2E88E9}"/>
              </a:ext>
            </a:extLst>
          </p:cNvPr>
          <p:cNvSpPr txBox="1"/>
          <p:nvPr/>
        </p:nvSpPr>
        <p:spPr>
          <a:xfrm>
            <a:off x="1524499" y="2855758"/>
            <a:ext cx="224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Voltage Source (5V)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7D300-83FE-5445-F6C3-0C3382DC3960}"/>
              </a:ext>
            </a:extLst>
          </p:cNvPr>
          <p:cNvSpPr txBox="1"/>
          <p:nvPr/>
        </p:nvSpPr>
        <p:spPr>
          <a:xfrm>
            <a:off x="1889222" y="5892612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Ground Point</a:t>
            </a:r>
          </a:p>
        </p:txBody>
      </p:sp>
    </p:spTree>
    <p:extLst>
      <p:ext uri="{BB962C8B-B14F-4D97-AF65-F5344CB8AC3E}">
        <p14:creationId xmlns:p14="http://schemas.microsoft.com/office/powerpoint/2010/main" val="31010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344D6-FFBE-8C0D-1BB9-435A9BB2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background (1)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3F2F29-6178-226B-DB12-07F9A2DF5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3C843-411C-5077-5E68-5BB64F51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3766B-028E-2D19-30AD-007B8CB4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AA02D-E4DE-F329-99DE-99E0CB156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63" y="1195075"/>
            <a:ext cx="7878274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F427-E528-61FB-19CF-3E53BEB5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F98F-DF86-B323-E3FF-B302CF2AD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Some background (2)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61B3BF-F122-CA6B-D331-A33D506E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0CE4F-0680-EBCF-0C66-B390CD2D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AADFE-81CE-CC78-1CED-F90796C5D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5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814C6B-63AE-FFE8-7AA0-2093105AA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1" y="1219708"/>
            <a:ext cx="7792537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65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6CE3-4BF3-D3AE-48BD-6C370866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844824"/>
            <a:ext cx="3803029" cy="729679"/>
          </a:xfrm>
        </p:spPr>
        <p:txBody>
          <a:bodyPr/>
          <a:lstStyle/>
          <a:p>
            <a:r>
              <a:rPr lang="en-IE" dirty="0"/>
              <a:t>Breadboard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A9878-B8D9-B3D2-3B7C-57A200980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22088-6ECE-62B2-E8BF-EC7A68E4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BC92D6-72CB-A838-D0BC-5EE297A6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EA7EA3-50C8-24F5-A977-8B059F19B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242" y="0"/>
            <a:ext cx="9040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4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4B2FD-8329-0122-0E7A-DECA60F05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BEF4-B1DE-B3F8-F8E2-C57D0786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Simple LED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00C2-4233-1112-CC4A-EF6377204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11311467" cy="801687"/>
          </a:xfrm>
        </p:spPr>
        <p:txBody>
          <a:bodyPr/>
          <a:lstStyle/>
          <a:p>
            <a:r>
              <a:rPr lang="en-IE" dirty="0"/>
              <a:t>We’re going to build this circuit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6A7B-4B3E-D12D-5B8A-D40FC74B4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220AD-D628-1BE3-838F-84AB3E66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2A61-A08F-E2EC-4083-32111544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ADEE0A-D8ED-DE0F-4546-9768578E3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34" y="1778921"/>
            <a:ext cx="6611273" cy="47155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78C218-40B1-3D9C-B8F7-2715403C35C3}"/>
              </a:ext>
            </a:extLst>
          </p:cNvPr>
          <p:cNvSpPr txBox="1"/>
          <p:nvPr/>
        </p:nvSpPr>
        <p:spPr>
          <a:xfrm>
            <a:off x="7345307" y="1212679"/>
            <a:ext cx="4657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This is the schematic diagram of an electrical circuit</a:t>
            </a:r>
          </a:p>
          <a:p>
            <a:endParaRPr lang="en-IE" sz="2400" dirty="0"/>
          </a:p>
          <a:p>
            <a:r>
              <a:rPr lang="en-IE" sz="2400" dirty="0"/>
              <a:t>It shows how the components are connected</a:t>
            </a:r>
          </a:p>
          <a:p>
            <a:endParaRPr lang="en-IE" sz="2400" dirty="0"/>
          </a:p>
          <a:p>
            <a:r>
              <a:rPr lang="en-IE" sz="2400" dirty="0"/>
              <a:t>In our case the 5V Voltage source will be provided by the Arduino 5V and Ground (GND) connections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D918A-E60B-A8D2-15D5-AE2B02D770EB}"/>
              </a:ext>
            </a:extLst>
          </p:cNvPr>
          <p:cNvSpPr txBox="1"/>
          <p:nvPr/>
        </p:nvSpPr>
        <p:spPr>
          <a:xfrm>
            <a:off x="4799856" y="275193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Resistor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CDF8C8-1412-D7E0-2243-4784D7C91B4F}"/>
              </a:ext>
            </a:extLst>
          </p:cNvPr>
          <p:cNvSpPr txBox="1"/>
          <p:nvPr/>
        </p:nvSpPr>
        <p:spPr>
          <a:xfrm>
            <a:off x="3773897" y="4167786"/>
            <a:ext cx="22493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Light Emitting Diode</a:t>
            </a:r>
          </a:p>
          <a:p>
            <a:r>
              <a:rPr lang="en-IE" dirty="0"/>
              <a:t>LED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0010A4-5630-81D5-B42A-8682AF682465}"/>
              </a:ext>
            </a:extLst>
          </p:cNvPr>
          <p:cNvSpPr txBox="1"/>
          <p:nvPr/>
        </p:nvSpPr>
        <p:spPr>
          <a:xfrm>
            <a:off x="1524499" y="2855758"/>
            <a:ext cx="224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Voltage Source (5V)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62C607-120A-D8C8-DAFA-6A4CF724D8E0}"/>
              </a:ext>
            </a:extLst>
          </p:cNvPr>
          <p:cNvSpPr txBox="1"/>
          <p:nvPr/>
        </p:nvSpPr>
        <p:spPr>
          <a:xfrm>
            <a:off x="1889222" y="5892612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Ground Point</a:t>
            </a:r>
          </a:p>
        </p:txBody>
      </p:sp>
    </p:spTree>
    <p:extLst>
      <p:ext uri="{BB962C8B-B14F-4D97-AF65-F5344CB8AC3E}">
        <p14:creationId xmlns:p14="http://schemas.microsoft.com/office/powerpoint/2010/main" val="3130342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A4DB-9BAB-1A86-71B2-8F0A59EF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Circuit with breadboard and Arduino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562397-7F9E-5A22-5F84-7900EC786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4D862-88E2-7EE9-599C-8977E745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34104-CBD5-D653-889F-CCDAA15D9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4DA6C-4F1D-E7A0-A808-D2441E0F0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621" y="1120565"/>
            <a:ext cx="6677957" cy="5048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B68EAF-C540-F10F-C78D-DF92CB097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720831"/>
            <a:ext cx="3762900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38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7A10-8F47-0BCD-84B5-8C95109AE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Circuit Components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A7898-340D-7819-2CAD-29C05B793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C48BE-7869-B23E-3EAB-474A1BDB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E5DFDA-A38A-D81A-EA74-BF822884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926422-F308-057A-E6BC-3823EBFF2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73" y="1052736"/>
            <a:ext cx="9583487" cy="52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051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0B7F-60BD-F894-E15A-31E201A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Modify the circuit to turn on/off the LED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CD7A08-84D8-30A6-7000-D2CB6919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A942F5-C5D4-5E72-F055-DEC26052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05214-E0F0-98B3-9937-7183339CA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10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9F895E-1C8F-5A40-04B7-3AAF9D0C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631" y="1597962"/>
            <a:ext cx="6173061" cy="3943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2F48B9-1D1B-56C4-77C2-E6E8E92FCA54}"/>
              </a:ext>
            </a:extLst>
          </p:cNvPr>
          <p:cNvSpPr txBox="1"/>
          <p:nvPr/>
        </p:nvSpPr>
        <p:spPr>
          <a:xfrm>
            <a:off x="7896200" y="1844824"/>
            <a:ext cx="3744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/>
              <a:t>Modify your Blink Program to blink the LED</a:t>
            </a:r>
          </a:p>
        </p:txBody>
      </p:sp>
    </p:spTree>
    <p:extLst>
      <p:ext uri="{BB962C8B-B14F-4D97-AF65-F5344CB8AC3E}">
        <p14:creationId xmlns:p14="http://schemas.microsoft.com/office/powerpoint/2010/main" val="2552894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Next steps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have loaded a demonstration sketch and loaded a pre-written one</a:t>
            </a:r>
          </a:p>
          <a:p>
            <a:r>
              <a:rPr lang="en-IE" dirty="0"/>
              <a:t>In the next lab session we’ll write a new sketch</a:t>
            </a:r>
          </a:p>
          <a:p>
            <a:r>
              <a:rPr lang="en-IE" dirty="0"/>
              <a:t>This time, we will use the Analog input as an example</a:t>
            </a:r>
          </a:p>
          <a:p>
            <a:r>
              <a:rPr lang="en-IE" dirty="0"/>
              <a:t>The </a:t>
            </a:r>
            <a:r>
              <a:rPr lang="en-IE" dirty="0" err="1"/>
              <a:t>Analog</a:t>
            </a:r>
            <a:r>
              <a:rPr lang="en-IE" dirty="0"/>
              <a:t> Inputs on Arduino use the ATMega328P </a:t>
            </a:r>
            <a:r>
              <a:rPr lang="en-IE" dirty="0" err="1"/>
              <a:t>Analog</a:t>
            </a:r>
            <a:r>
              <a:rPr lang="en-IE" dirty="0"/>
              <a:t> to Digital Converter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2227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8ABF889-BC57-4BA0-8F42-DE33B400EA3A}" type="slidenum">
              <a:rPr lang="en-GB" altLang="en-US" sz="1200">
                <a:latin typeface="Arial" panose="020B0604020202020204" pitchFamily="34" charset="0"/>
              </a:rPr>
              <a:pPr/>
              <a:t>12</a:t>
            </a:fld>
            <a:endParaRPr lang="en-GB" altLang="en-US" sz="1200">
              <a:latin typeface="Arial" panose="020B0604020202020204" pitchFamily="34" charset="0"/>
            </a:endParaRPr>
          </a:p>
        </p:txBody>
      </p:sp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 dirty="0"/>
              <a:t>Analog to Digital Converter (1)</a:t>
            </a:r>
            <a:endParaRPr lang="en-US" altLang="en-US" dirty="0"/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 sz="2800" dirty="0"/>
              <a:t>Most microcontrollers have at least one </a:t>
            </a:r>
            <a:r>
              <a:rPr lang="en-IE" altLang="en-US" sz="2800" dirty="0" err="1"/>
              <a:t>analog</a:t>
            </a:r>
            <a:r>
              <a:rPr lang="en-IE" altLang="en-US" sz="2800" dirty="0"/>
              <a:t> to digital converter (ADC)</a:t>
            </a:r>
          </a:p>
          <a:p>
            <a:pPr lvl="1" eaLnBrk="1" hangingPunct="1">
              <a:defRPr/>
            </a:pPr>
            <a:r>
              <a:rPr lang="en-IE" altLang="en-US" sz="2400" dirty="0"/>
              <a:t>Note that for very high performance (very high resolution or very high data rates) a dedicated ADC may be required</a:t>
            </a:r>
          </a:p>
          <a:p>
            <a:pPr lvl="1" eaLnBrk="1" hangingPunct="1">
              <a:defRPr/>
            </a:pPr>
            <a:r>
              <a:rPr lang="en-IE" altLang="en-US" sz="2400" dirty="0"/>
              <a:t>We will not go into detailed ADC design here</a:t>
            </a:r>
          </a:p>
          <a:p>
            <a:pPr eaLnBrk="1" hangingPunct="1">
              <a:defRPr/>
            </a:pPr>
            <a:r>
              <a:rPr lang="en-IE" altLang="en-US" sz="2800" dirty="0"/>
              <a:t>Arduino uses a library called </a:t>
            </a:r>
            <a:r>
              <a:rPr lang="en-IE" altLang="en-US" sz="2800" dirty="0" err="1"/>
              <a:t>AnalogRead</a:t>
            </a:r>
            <a:r>
              <a:rPr lang="en-IE" altLang="en-US" sz="2800" dirty="0"/>
              <a:t>(pin); to get the result of the </a:t>
            </a:r>
            <a:r>
              <a:rPr lang="en-IE" altLang="en-US" sz="2800" dirty="0" err="1"/>
              <a:t>Analog</a:t>
            </a:r>
            <a:r>
              <a:rPr lang="en-IE" altLang="en-US" sz="2800" dirty="0"/>
              <a:t> to Digital Conversion</a:t>
            </a:r>
          </a:p>
          <a:p>
            <a:pPr eaLnBrk="1" hangingPunct="1">
              <a:defRPr/>
            </a:pPr>
            <a:r>
              <a:rPr lang="en-IE" altLang="en-US" sz="2800" dirty="0"/>
              <a:t>But note that the result is not in volts or millivolts (yet!)</a:t>
            </a: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</p:spTree>
    <p:extLst>
      <p:ext uri="{BB962C8B-B14F-4D97-AF65-F5344CB8AC3E}">
        <p14:creationId xmlns:p14="http://schemas.microsoft.com/office/powerpoint/2010/main" val="174086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41183FDB-B110-45C7-857A-F2EF0A1D4A40}" type="slidenum">
              <a:rPr lang="en-GB" altLang="en-US" sz="1200">
                <a:latin typeface="Arial" panose="020B0604020202020204" pitchFamily="34" charset="0"/>
              </a:rPr>
              <a:pPr/>
              <a:t>13</a:t>
            </a:fld>
            <a:endParaRPr lang="en-GB" altLang="en-US" sz="1200">
              <a:latin typeface="Arial" panose="020B0604020202020204" pitchFamily="34" charset="0"/>
            </a:endParaRPr>
          </a:p>
        </p:txBody>
      </p:sp>
      <p:sp>
        <p:nvSpPr>
          <p:cNvPr id="264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 dirty="0"/>
              <a:t>Analog to Digital Converter (2)</a:t>
            </a:r>
            <a:endParaRPr lang="en-US" altLang="en-US" dirty="0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 sz="2800" dirty="0"/>
              <a:t>Most ADCs convert over a voltage range</a:t>
            </a:r>
          </a:p>
          <a:p>
            <a:pPr eaLnBrk="1" hangingPunct="1">
              <a:defRPr/>
            </a:pPr>
            <a:r>
              <a:rPr lang="en-IE" altLang="en-US" sz="2800" dirty="0"/>
              <a:t>Starting at 0V up to a maximum input Voltage</a:t>
            </a:r>
          </a:p>
          <a:p>
            <a:pPr eaLnBrk="1" hangingPunct="1">
              <a:defRPr/>
            </a:pPr>
            <a:r>
              <a:rPr lang="en-IE" altLang="en-US" sz="2800" dirty="0"/>
              <a:t>The maximum voltage should convert to the maximum number that the ADC can have</a:t>
            </a:r>
          </a:p>
          <a:p>
            <a:pPr eaLnBrk="1" hangingPunct="1">
              <a:defRPr/>
            </a:pPr>
            <a:r>
              <a:rPr lang="en-IE" altLang="en-US" sz="2800" dirty="0"/>
              <a:t>Suppose that the maximum input voltage is 5V and we have an 8-bit ADC</a:t>
            </a:r>
          </a:p>
          <a:p>
            <a:pPr eaLnBrk="1" hangingPunct="1">
              <a:defRPr/>
            </a:pPr>
            <a:r>
              <a:rPr lang="en-IE" altLang="en-US" sz="2800" dirty="0"/>
              <a:t>An input of 5V should be read as a value of 255</a:t>
            </a:r>
          </a:p>
          <a:p>
            <a:pPr eaLnBrk="1" hangingPunct="1">
              <a:defRPr/>
            </a:pPr>
            <a:r>
              <a:rPr lang="en-IE" altLang="en-US" sz="2800" dirty="0"/>
              <a:t>An input of 0V should be read as a value of 0</a:t>
            </a:r>
          </a:p>
          <a:p>
            <a:pPr eaLnBrk="1" hangingPunct="1">
              <a:defRPr/>
            </a:pPr>
            <a:r>
              <a:rPr lang="en-IE" altLang="en-US" sz="2800" dirty="0"/>
              <a:t>An input of 2V should be read as 255*(2/5)</a:t>
            </a:r>
          </a:p>
          <a:p>
            <a:pPr lvl="1" eaLnBrk="1" hangingPunct="1">
              <a:defRPr/>
            </a:pPr>
            <a:r>
              <a:rPr lang="en-IE" altLang="en-US" sz="2400" dirty="0"/>
              <a:t>This applies to a linear ADC – other types, </a:t>
            </a:r>
            <a:r>
              <a:rPr lang="en-IE" altLang="en-US" sz="2400" dirty="0" err="1"/>
              <a:t>eg</a:t>
            </a:r>
            <a:r>
              <a:rPr lang="en-IE" altLang="en-US" sz="2400" dirty="0"/>
              <a:t> logarithmic ADCs are also available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9535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GB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Session 3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5F09956-0F17-4418-9AE7-AF245FF885A5}" type="slidenum">
              <a:rPr lang="en-GB" altLang="en-US" sz="1200">
                <a:latin typeface="Arial" panose="020B0604020202020204" pitchFamily="34" charset="0"/>
              </a:rPr>
              <a:pPr/>
              <a:t>14</a:t>
            </a:fld>
            <a:endParaRPr lang="en-GB" altLang="en-US" sz="1200">
              <a:latin typeface="Arial" panose="020B0604020202020204" pitchFamily="34" charset="0"/>
            </a:endParaRPr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 dirty="0"/>
              <a:t>ADC Resolution (1)</a:t>
            </a:r>
            <a:endParaRPr lang="en-US" altLang="en-US" dirty="0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For the programmer, the ADC resolution is determined by the number of bits that the ADC has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Typical values are 8 or 10 bits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IE" altLang="en-US" sz="2400" dirty="0"/>
              <a:t>8 bits: 0 – 255 for full-scale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IE" altLang="en-US" sz="2400" dirty="0"/>
              <a:t>10 bits: 0 -1023 for full scale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We have: Vin/</a:t>
            </a:r>
            <a:r>
              <a:rPr lang="en-IE" altLang="en-US" sz="2800" dirty="0" err="1"/>
              <a:t>Vfs</a:t>
            </a:r>
            <a:r>
              <a:rPr lang="en-IE" altLang="en-US" sz="2800" dirty="0"/>
              <a:t> = x/(2</a:t>
            </a:r>
            <a:r>
              <a:rPr lang="en-IE" altLang="en-US" sz="2800" baseline="30000" dirty="0"/>
              <a:t>n</a:t>
            </a:r>
            <a:r>
              <a:rPr lang="en-IE" altLang="en-US" sz="2800" dirty="0"/>
              <a:t> -1), where n is the number of ADC bits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IE" altLang="en-US" sz="2400" dirty="0"/>
              <a:t>If n = 10, 2</a:t>
            </a:r>
            <a:r>
              <a:rPr lang="en-IE" altLang="en-US" sz="2400" baseline="30000" dirty="0"/>
              <a:t>n</a:t>
            </a:r>
            <a:r>
              <a:rPr lang="en-IE" altLang="en-US" sz="2400" dirty="0"/>
              <a:t> -1 = 1023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IE" altLang="en-US" sz="2400" dirty="0"/>
              <a:t>It’s important to note that getting 10-bit or higher resolution also requires good circuit design, from the </a:t>
            </a:r>
            <a:r>
              <a:rPr lang="en-IE" altLang="en-US" sz="2400" dirty="0" err="1"/>
              <a:t>analog</a:t>
            </a:r>
            <a:r>
              <a:rPr lang="en-IE" altLang="en-US" sz="2400" dirty="0"/>
              <a:t> signal to the input pin of the ADC</a:t>
            </a:r>
          </a:p>
        </p:txBody>
      </p:sp>
      <p:sp>
        <p:nvSpPr>
          <p:cNvPr id="7175" name="Text Box 4"/>
          <p:cNvSpPr txBox="1">
            <a:spLocks noChangeArrowheads="1"/>
          </p:cNvSpPr>
          <p:nvPr/>
        </p:nvSpPr>
        <p:spPr bwMode="auto">
          <a:xfrm>
            <a:off x="7176120" y="1929466"/>
            <a:ext cx="396044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IE" altLang="en-US" sz="1800" dirty="0"/>
              <a:t>Note that the biggest voltage you can measure will be 5V – the voltage for one bit (one LSB in ADC terms)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41810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7BAD82DF-B5D1-415E-89BE-DF64A8361CE0}" type="slidenum">
              <a:rPr lang="en-GB" altLang="en-US" sz="1200">
                <a:latin typeface="Arial" panose="020B0604020202020204" pitchFamily="34" charset="0"/>
              </a:rPr>
              <a:pPr/>
              <a:t>15</a:t>
            </a:fld>
            <a:endParaRPr lang="en-GB" altLang="en-US" sz="1200">
              <a:latin typeface="Arial" panose="020B0604020202020204" pitchFamily="34" charset="0"/>
            </a:endParaRPr>
          </a:p>
        </p:txBody>
      </p:sp>
      <p:sp>
        <p:nvSpPr>
          <p:cNvPr id="266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/>
              <a:t>ADC Resolution (2)</a:t>
            </a:r>
            <a:endParaRPr lang="en-US" altLang="en-US"/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So: Vin/</a:t>
            </a:r>
            <a:r>
              <a:rPr lang="en-IE" altLang="en-US" sz="2800" dirty="0" err="1"/>
              <a:t>Vfs</a:t>
            </a:r>
            <a:r>
              <a:rPr lang="en-IE" altLang="en-US" sz="2800" dirty="0"/>
              <a:t> = x/(2</a:t>
            </a:r>
            <a:r>
              <a:rPr lang="en-IE" altLang="en-US" sz="2800" baseline="30000" dirty="0"/>
              <a:t>n</a:t>
            </a:r>
            <a:r>
              <a:rPr lang="en-IE" altLang="en-US" sz="2800" dirty="0"/>
              <a:t>-1)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IE" altLang="en-US" sz="2400" dirty="0"/>
              <a:t>The number of bits and the full-scale voltage fix the best resolution we can get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E.g. </a:t>
            </a:r>
            <a:r>
              <a:rPr lang="en-IE" altLang="en-US" sz="2800" dirty="0" err="1"/>
              <a:t>Vfs</a:t>
            </a:r>
            <a:r>
              <a:rPr lang="en-IE" altLang="en-US" sz="2800" dirty="0"/>
              <a:t> = 5V, n = 10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For </a:t>
            </a:r>
            <a:r>
              <a:rPr lang="en-IE" altLang="en-US" sz="2800" i="1" u="sng" dirty="0"/>
              <a:t>resolution</a:t>
            </a:r>
            <a:r>
              <a:rPr lang="en-IE" altLang="en-US" sz="2800" dirty="0"/>
              <a:t> put x =1 (</a:t>
            </a:r>
            <a:r>
              <a:rPr lang="en-IE" altLang="en-US" sz="2800" dirty="0" err="1"/>
              <a:t>ie</a:t>
            </a:r>
            <a:r>
              <a:rPr lang="en-IE" altLang="en-US" sz="2800" dirty="0"/>
              <a:t> getting the voltage that will change the ADC output by 1 bit)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Vin (1-bit) = </a:t>
            </a:r>
            <a:r>
              <a:rPr lang="en-IE" altLang="en-US" sz="2800" dirty="0" err="1"/>
              <a:t>Vresolution</a:t>
            </a:r>
            <a:r>
              <a:rPr lang="en-IE" altLang="en-US" sz="2800" dirty="0"/>
              <a:t> = 5.0/1023 = 0.00489V = 4.9mV (</a:t>
            </a:r>
            <a:r>
              <a:rPr lang="en-IE" altLang="en-US" sz="2800" dirty="0" err="1"/>
              <a:t>approx</a:t>
            </a:r>
            <a:r>
              <a:rPr lang="en-IE" altLang="en-US" sz="2800" dirty="0"/>
              <a:t>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You can’t resolve the input voltage more precisely than 4.9mV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IE" altLang="en-US" sz="2400" dirty="0"/>
              <a:t>If you need to measure with better resolution, then some other approach will be required</a:t>
            </a:r>
          </a:p>
        </p:txBody>
      </p:sp>
    </p:spTree>
    <p:extLst>
      <p:ext uri="{BB962C8B-B14F-4D97-AF65-F5344CB8AC3E}">
        <p14:creationId xmlns:p14="http://schemas.microsoft.com/office/powerpoint/2010/main" val="1186347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GB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D1E33D4D-33C1-45DB-93AC-098DF1478753}" type="slidenum">
              <a:rPr lang="en-GB" altLang="en-US" sz="1200">
                <a:latin typeface="Arial" panose="020B0604020202020204" pitchFamily="34" charset="0"/>
              </a:rPr>
              <a:pPr/>
              <a:t>16</a:t>
            </a:fld>
            <a:endParaRPr lang="en-GB" altLang="en-US" sz="1200">
              <a:latin typeface="Arial" panose="020B0604020202020204" pitchFamily="34" charset="0"/>
            </a:endParaRPr>
          </a:p>
        </p:txBody>
      </p:sp>
      <p:sp>
        <p:nvSpPr>
          <p:cNvPr id="26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IE" altLang="en-US"/>
              <a:t>ADC Resolution (3): Full-scale</a:t>
            </a:r>
            <a:endParaRPr lang="en-US" altLang="en-US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Full-scale voltage may be set by the power-supply, but is more often fixed by a reference Voltage, VREF, sometimes called AREF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IE" altLang="en-US" sz="2800" dirty="0"/>
              <a:t>In the Arduino circuit, VREF = 5V, and usually we have 10-bits of resolution</a:t>
            </a:r>
          </a:p>
        </p:txBody>
      </p:sp>
    </p:spTree>
    <p:extLst>
      <p:ext uri="{BB962C8B-B14F-4D97-AF65-F5344CB8AC3E}">
        <p14:creationId xmlns:p14="http://schemas.microsoft.com/office/powerpoint/2010/main" val="713107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15439"/>
            <a:ext cx="9318625" cy="582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GB" alt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Session 3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6659EE1-BF0E-4C63-9C53-AF482A2A3F07}" type="slidenum">
              <a:rPr lang="en-GB" altLang="en-US" sz="1200">
                <a:latin typeface="Arial" panose="020B0604020202020204" pitchFamily="34" charset="0"/>
              </a:rPr>
              <a:pPr/>
              <a:t>17</a:t>
            </a:fld>
            <a:endParaRPr lang="en-GB" altLang="en-US" sz="1200">
              <a:latin typeface="Arial" panose="020B0604020202020204" pitchFamily="34" charset="0"/>
            </a:endParaRPr>
          </a:p>
        </p:txBody>
      </p:sp>
      <p:sp>
        <p:nvSpPr>
          <p:cNvPr id="12294" name="Text Box 3"/>
          <p:cNvSpPr txBox="1">
            <a:spLocks noChangeArrowheads="1"/>
          </p:cNvSpPr>
          <p:nvPr/>
        </p:nvSpPr>
        <p:spPr bwMode="auto">
          <a:xfrm>
            <a:off x="1992314" y="3860801"/>
            <a:ext cx="2016125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IE" altLang="en-US" sz="1800">
                <a:solidFill>
                  <a:schemeClr val="bg1"/>
                </a:solidFill>
              </a:rPr>
              <a:t>The ADC pins are kept away from the noisy digital signals when possible</a:t>
            </a:r>
            <a:endParaRPr lang="en-US" altLang="en-US" sz="1800">
              <a:solidFill>
                <a:schemeClr val="bg1"/>
              </a:solidFill>
            </a:endParaRPr>
          </a:p>
        </p:txBody>
      </p:sp>
      <p:sp>
        <p:nvSpPr>
          <p:cNvPr id="12296" name="Text Box 5"/>
          <p:cNvSpPr txBox="1">
            <a:spLocks noChangeArrowheads="1"/>
          </p:cNvSpPr>
          <p:nvPr/>
        </p:nvSpPr>
        <p:spPr bwMode="auto">
          <a:xfrm>
            <a:off x="5735638" y="3933826"/>
            <a:ext cx="44640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IE" altLang="en-US" sz="1400">
                <a:solidFill>
                  <a:schemeClr val="bg1"/>
                </a:solidFill>
              </a:rPr>
              <a:t>Q: There are 6 ADC pins (8 on 32 pin package): does this mean  6 ADCs on-chip?</a:t>
            </a:r>
            <a:endParaRPr lang="en-US" altLang="en-US" sz="1400">
              <a:solidFill>
                <a:schemeClr val="bg1"/>
              </a:solidFill>
            </a:endParaRPr>
          </a:p>
        </p:txBody>
      </p:sp>
      <p:sp>
        <p:nvSpPr>
          <p:cNvPr id="12297" name="Text Box 7"/>
          <p:cNvSpPr txBox="1">
            <a:spLocks noChangeArrowheads="1"/>
          </p:cNvSpPr>
          <p:nvPr/>
        </p:nvSpPr>
        <p:spPr bwMode="auto">
          <a:xfrm>
            <a:off x="1919289" y="1196976"/>
            <a:ext cx="151288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IE" altLang="en-US" sz="1400">
                <a:solidFill>
                  <a:schemeClr val="bg1"/>
                </a:solidFill>
              </a:rPr>
              <a:t>Notice that the 32 pin TQFP has two extra ADC pins</a:t>
            </a:r>
            <a:endParaRPr lang="en-US" altLang="en-US" sz="140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46169" y="1042085"/>
            <a:ext cx="3303918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ADC inputs are shared with the PORTC pins</a:t>
            </a:r>
          </a:p>
        </p:txBody>
      </p:sp>
      <p:sp>
        <p:nvSpPr>
          <p:cNvPr id="3" name="Down Arrow 2"/>
          <p:cNvSpPr/>
          <p:nvPr/>
        </p:nvSpPr>
        <p:spPr bwMode="auto">
          <a:xfrm rot="18405649">
            <a:off x="7799874" y="1509549"/>
            <a:ext cx="484632" cy="1164461"/>
          </a:xfrm>
          <a:prstGeom prst="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Down Arrow 11"/>
          <p:cNvSpPr/>
          <p:nvPr/>
        </p:nvSpPr>
        <p:spPr bwMode="auto">
          <a:xfrm rot="3619347">
            <a:off x="5694721" y="1520745"/>
            <a:ext cx="484632" cy="946692"/>
          </a:xfrm>
          <a:prstGeom prst="down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73588" y="3768572"/>
            <a:ext cx="4609777" cy="107721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microcontrollers, it’s very common to share digital port pins and </a:t>
            </a:r>
            <a:r>
              <a:rPr lang="en-IE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analog</a:t>
            </a:r>
            <a:r>
              <a:rPr lang="en-IE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input pins</a:t>
            </a:r>
          </a:p>
          <a:p>
            <a:r>
              <a:rPr lang="en-IE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Microcontroller pins are valuable – they add to the chip cost</a:t>
            </a:r>
          </a:p>
        </p:txBody>
      </p:sp>
    </p:spTree>
    <p:extLst>
      <p:ext uri="{BB962C8B-B14F-4D97-AF65-F5344CB8AC3E}">
        <p14:creationId xmlns:p14="http://schemas.microsoft.com/office/powerpoint/2010/main" val="100674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Winter 2026</a:t>
            </a:r>
            <a:endParaRPr lang="en-GB" altLang="en-US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Session 3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2A3BC9AB-0F1D-4236-AD8B-E04CCF0A8E8F}" type="slidenum">
              <a:rPr lang="en-GB" altLang="en-US" sz="1200">
                <a:latin typeface="Arial" panose="020B0604020202020204" pitchFamily="34" charset="0"/>
              </a:rPr>
              <a:pPr/>
              <a:t>18</a:t>
            </a:fld>
            <a:endParaRPr lang="en-GB" altLang="en-US" sz="1200">
              <a:latin typeface="Arial" panose="020B0604020202020204" pitchFamily="34" charset="0"/>
            </a:endParaRPr>
          </a:p>
        </p:txBody>
      </p:sp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3" t="10077" r="19687" b="8398"/>
          <a:stretch>
            <a:fillRect/>
          </a:stretch>
        </p:blipFill>
        <p:spPr bwMode="auto">
          <a:xfrm>
            <a:off x="4281488" y="6350"/>
            <a:ext cx="6386512" cy="685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271464" y="133805"/>
            <a:ext cx="4120821" cy="720725"/>
          </a:xfrm>
        </p:spPr>
        <p:txBody>
          <a:bodyPr/>
          <a:lstStyle/>
          <a:p>
            <a:pPr eaLnBrk="1" hangingPunct="1">
              <a:defRPr/>
            </a:pPr>
            <a:r>
              <a:rPr lang="en-IE" altLang="en-US" sz="2800" dirty="0"/>
              <a:t>ADC Diagram</a:t>
            </a:r>
            <a:endParaRPr lang="en-US" altLang="en-US" sz="2800" dirty="0"/>
          </a:p>
        </p:txBody>
      </p:sp>
      <p:sp>
        <p:nvSpPr>
          <p:cNvPr id="15367" name="Text Box 4"/>
          <p:cNvSpPr txBox="1">
            <a:spLocks noChangeArrowheads="1"/>
          </p:cNvSpPr>
          <p:nvPr/>
        </p:nvSpPr>
        <p:spPr bwMode="auto">
          <a:xfrm>
            <a:off x="7967664" y="5949950"/>
            <a:ext cx="201612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IE" altLang="en-US" sz="1400">
                <a:solidFill>
                  <a:schemeClr val="bg1"/>
                </a:solidFill>
              </a:rPr>
              <a:t>Sample and Hold is to keep Ain steady during conversion</a:t>
            </a:r>
            <a:endParaRPr lang="en-US" altLang="en-US" sz="140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17914" y="1687287"/>
            <a:ext cx="3091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for reference purposes, here’s what the ATMega328P ADC looks like</a:t>
            </a: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46219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Next example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In this example, we’re going to write a sketch (Arduino program) that reads Analog input pin 0 and turns on one LED on the Shield depending on the input voltage we read (we’ll use the Red LED, Output Pin 12)</a:t>
            </a:r>
          </a:p>
          <a:p>
            <a:r>
              <a:rPr lang="en-IE" dirty="0"/>
              <a:t>The Shield also has a potentiometer connected to Analog Input pin 0 so we can vary the </a:t>
            </a:r>
            <a:r>
              <a:rPr lang="en-IE" dirty="0" err="1"/>
              <a:t>analog</a:t>
            </a:r>
            <a:r>
              <a:rPr lang="en-IE" dirty="0"/>
              <a:t> input voltage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7974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905E-EAD6-9D31-C260-9E4437303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new sketch (1)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2B84F-0717-1A36-C5A6-8C451B996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11311467" cy="1156667"/>
          </a:xfrm>
        </p:spPr>
        <p:txBody>
          <a:bodyPr/>
          <a:lstStyle/>
          <a:p>
            <a:r>
              <a:rPr lang="en-GB" dirty="0"/>
              <a:t>This time we start a new sketch</a:t>
            </a:r>
          </a:p>
          <a:p>
            <a:pPr lvl="1"/>
            <a:r>
              <a:rPr lang="en-GB" dirty="0"/>
              <a:t>Don’t worry we will copy some text into it to reduce the typing!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F009E-5128-ECE5-4E19-1330ED1C6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55649-C916-90F1-30A5-EA209C056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AED08-8F0E-E71C-6758-288C3EB29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B9EC68-08F8-58DB-ECF0-FD6B57CBC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47" y="2671264"/>
            <a:ext cx="3934374" cy="35723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1AF915-BD41-B262-D489-8DAD3D1D399F}"/>
              </a:ext>
            </a:extLst>
          </p:cNvPr>
          <p:cNvSpPr txBox="1"/>
          <p:nvPr/>
        </p:nvSpPr>
        <p:spPr>
          <a:xfrm>
            <a:off x="767408" y="2274126"/>
            <a:ext cx="4929555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From the drop-down menu, select New Sketch</a:t>
            </a:r>
            <a:endParaRPr lang="en-IE" dirty="0">
              <a:solidFill>
                <a:srgbClr val="FFFF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6F088D-F268-7663-F2BE-11CD0E8DC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641" y="3120135"/>
            <a:ext cx="5953956" cy="31532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7B8F21-C22E-80C4-E149-6E9D9CBF1397}"/>
              </a:ext>
            </a:extLst>
          </p:cNvPr>
          <p:cNvSpPr txBox="1"/>
          <p:nvPr/>
        </p:nvSpPr>
        <p:spPr>
          <a:xfrm>
            <a:off x="5835720" y="2309183"/>
            <a:ext cx="600683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This starts a new empty sketch with the Arduino template</a:t>
            </a:r>
            <a:endParaRPr lang="en-I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009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3B33-F5CE-9F83-6532-D3712768E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new sketch (2)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EFEDB-3F4A-C8EF-39E2-4088F5CA0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192213"/>
            <a:ext cx="11311467" cy="1228675"/>
          </a:xfrm>
        </p:spPr>
        <p:txBody>
          <a:bodyPr/>
          <a:lstStyle/>
          <a:p>
            <a:r>
              <a:rPr lang="en-GB" dirty="0"/>
              <a:t>By default, Arduino sketches have today’s date</a:t>
            </a:r>
          </a:p>
          <a:p>
            <a:r>
              <a:rPr lang="en-GB" dirty="0"/>
              <a:t>Use File Save As to change the name of the sketch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77A0-F2AF-5619-277E-73E4A57A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E3A95-595A-9F60-BE3B-2F8C1912C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858F0-D1D7-2598-4244-1DCE1A17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BB0F7E-CE89-CD84-D0D4-0146E211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2375168"/>
            <a:ext cx="2238687" cy="37533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3C2F6D-D8A1-DFA3-191D-1D15B4786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383" y="2305223"/>
            <a:ext cx="2534004" cy="45535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8E4F05-67CB-29E8-DE03-C45D0B31DB9F}"/>
              </a:ext>
            </a:extLst>
          </p:cNvPr>
          <p:cNvSpPr txBox="1"/>
          <p:nvPr/>
        </p:nvSpPr>
        <p:spPr>
          <a:xfrm>
            <a:off x="3543524" y="2491976"/>
            <a:ext cx="2740860" cy="1477328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The default location is Documents\Arduino</a:t>
            </a:r>
          </a:p>
          <a:p>
            <a:r>
              <a:rPr lang="en-GB" dirty="0">
                <a:solidFill>
                  <a:srgbClr val="FFFF00"/>
                </a:solidFill>
              </a:rPr>
              <a:t>This is fine</a:t>
            </a:r>
          </a:p>
          <a:p>
            <a:r>
              <a:rPr lang="en-GB" dirty="0">
                <a:solidFill>
                  <a:srgbClr val="FFFF00"/>
                </a:solidFill>
              </a:rPr>
              <a:t>But you may change the folder if you wish</a:t>
            </a:r>
            <a:endParaRPr lang="en-I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65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1069-6BAD-8BEB-9A1E-C0DA011F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Saving on the typing, use a text file (1)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356D-7BC6-40D4-EA5F-11FCAA10C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could simply copy the code on the following slides into your sketch</a:t>
            </a:r>
          </a:p>
          <a:p>
            <a:r>
              <a:rPr lang="en-GB" dirty="0"/>
              <a:t>Or you could browse to </a:t>
            </a:r>
            <a:r>
              <a:rPr lang="en-GB" dirty="0" err="1"/>
              <a:t>github</a:t>
            </a:r>
            <a:r>
              <a:rPr lang="en-GB" dirty="0"/>
              <a:t> and locate a file called AnalogTest1.txt</a:t>
            </a:r>
          </a:p>
          <a:p>
            <a:r>
              <a:rPr lang="en-GB" dirty="0">
                <a:hlinkClick r:id="rId2"/>
              </a:rPr>
              <a:t>CiaranW5/</a:t>
            </a:r>
            <a:r>
              <a:rPr lang="en-GB" dirty="0" err="1">
                <a:hlinkClick r:id="rId2"/>
              </a:rPr>
              <a:t>SteamCourse</a:t>
            </a:r>
            <a:r>
              <a:rPr lang="en-GB" dirty="0">
                <a:hlinkClick r:id="rId2"/>
              </a:rPr>
              <a:t>: Course Material for Steam Course</a:t>
            </a:r>
            <a:endParaRPr lang="en-GB" dirty="0"/>
          </a:p>
          <a:p>
            <a:r>
              <a:rPr lang="en-GB" dirty="0"/>
              <a:t>Open it in a text editor (e.g. </a:t>
            </a:r>
            <a:r>
              <a:rPr lang="en-GB" dirty="0" err="1"/>
              <a:t>NotePad</a:t>
            </a:r>
            <a:r>
              <a:rPr lang="en-GB" dirty="0"/>
              <a:t>)</a:t>
            </a:r>
          </a:p>
          <a:p>
            <a:r>
              <a:rPr lang="en-GB" dirty="0"/>
              <a:t>Copy all the text and paste it into your new sketch (next slide)</a:t>
            </a:r>
          </a:p>
          <a:p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5BFFD-0439-E64D-F235-C231CAB5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E2D7D-98B2-4DD1-8D80-DE33D6CF0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C35B-E55F-8BC7-63A9-E5DB6F97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4860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5BFFD-0439-E64D-F235-C231CAB57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E2D7D-98B2-4DD1-8D80-DE33D6CF0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C35B-E55F-8BC7-63A9-E5DB6F97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23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09EDAA-F14A-E478-DA57-73A7F19D6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18" y="0"/>
            <a:ext cx="439782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161069-6BAD-8BEB-9A1E-C0DA011F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a text file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AD001F-FD67-93C7-F19D-B406943D0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819" y="702618"/>
            <a:ext cx="5485562" cy="575334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40FBFBDB-2BA7-316D-35E7-81DDC73D84A1}"/>
              </a:ext>
            </a:extLst>
          </p:cNvPr>
          <p:cNvSpPr/>
          <p:nvPr/>
        </p:nvSpPr>
        <p:spPr bwMode="auto">
          <a:xfrm>
            <a:off x="4727848" y="2276872"/>
            <a:ext cx="1266971" cy="801687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9E7AFD-9957-5B41-069B-CA58598BF4D9}"/>
              </a:ext>
            </a:extLst>
          </p:cNvPr>
          <p:cNvSpPr txBox="1"/>
          <p:nvPr/>
        </p:nvSpPr>
        <p:spPr>
          <a:xfrm>
            <a:off x="7536160" y="4581128"/>
            <a:ext cx="3531736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Now compile and load your code</a:t>
            </a:r>
            <a:endParaRPr lang="en-I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295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0ED3-58A7-486F-9C46-12B8D0584003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92829" y="1208313"/>
            <a:ext cx="72691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/* In this code, we want to turn the LED on if the </a:t>
            </a:r>
            <a:r>
              <a:rPr lang="en-IE" dirty="0" err="1"/>
              <a:t>Analog</a:t>
            </a:r>
            <a:r>
              <a:rPr lang="en-IE" dirty="0"/>
              <a:t> input value </a:t>
            </a:r>
          </a:p>
          <a:p>
            <a:r>
              <a:rPr lang="en-IE" dirty="0"/>
              <a:t> is greater than 2.5V, and turn it off, if the input is less than </a:t>
            </a:r>
          </a:p>
          <a:p>
            <a:r>
              <a:rPr lang="en-IE" dirty="0"/>
              <a:t> 2.5V.</a:t>
            </a:r>
          </a:p>
          <a:p>
            <a:endParaRPr lang="en-IE" dirty="0"/>
          </a:p>
          <a:p>
            <a:r>
              <a:rPr lang="en-IE" dirty="0"/>
              <a:t> We don't need to calculate the actual voltage:</a:t>
            </a:r>
          </a:p>
          <a:p>
            <a:r>
              <a:rPr lang="en-IE" dirty="0"/>
              <a:t> 5V </a:t>
            </a:r>
            <a:r>
              <a:rPr lang="en-IE" dirty="0" err="1"/>
              <a:t>corresonds</a:t>
            </a:r>
            <a:r>
              <a:rPr lang="en-IE" dirty="0"/>
              <a:t> to a reading of 1023 and the potentiometer and </a:t>
            </a:r>
          </a:p>
          <a:p>
            <a:r>
              <a:rPr lang="en-IE" dirty="0"/>
              <a:t> ADC are linear, so 2.5V corresponds to a reading 512 or 511</a:t>
            </a:r>
          </a:p>
          <a:p>
            <a:r>
              <a:rPr lang="en-IE" dirty="0"/>
              <a:t> */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52FCD-4B0F-FFC6-FFE1-FA8C98462F7D}"/>
              </a:ext>
            </a:extLst>
          </p:cNvPr>
          <p:cNvSpPr txBox="1"/>
          <p:nvPr/>
        </p:nvSpPr>
        <p:spPr>
          <a:xfrm>
            <a:off x="2351584" y="4077072"/>
            <a:ext cx="7827849" cy="369332"/>
          </a:xfrm>
          <a:prstGeom prst="rect">
            <a:avLst/>
          </a:prstGeom>
          <a:solidFill>
            <a:schemeClr val="accent5">
              <a:lumMod val="10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Or you could just copy this text and the following slide text into your sketch</a:t>
            </a:r>
            <a:endParaRPr lang="en-I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445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D0ED3-58A7-486F-9C46-12B8D0584003}" type="slidenum">
              <a:rPr lang="en-US" altLang="en-US" smtClean="0"/>
              <a:pPr/>
              <a:t>25</a:t>
            </a:fld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774372" y="478971"/>
            <a:ext cx="843642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 err="1"/>
              <a:t>const</a:t>
            </a:r>
            <a:r>
              <a:rPr lang="en-IE" dirty="0"/>
              <a:t> </a:t>
            </a:r>
            <a:r>
              <a:rPr lang="en-IE" dirty="0" err="1"/>
              <a:t>int</a:t>
            </a:r>
            <a:r>
              <a:rPr lang="en-IE" dirty="0"/>
              <a:t> </a:t>
            </a:r>
            <a:r>
              <a:rPr lang="en-IE" dirty="0" err="1"/>
              <a:t>AnalogPin</a:t>
            </a:r>
            <a:r>
              <a:rPr lang="en-IE" dirty="0"/>
              <a:t> = A0;    // select the input pin for the potentiometer</a:t>
            </a:r>
          </a:p>
          <a:p>
            <a:r>
              <a:rPr lang="en-IE" dirty="0" err="1"/>
              <a:t>const</a:t>
            </a:r>
            <a:r>
              <a:rPr lang="en-IE" dirty="0"/>
              <a:t> int </a:t>
            </a:r>
            <a:r>
              <a:rPr lang="en-IE" dirty="0" err="1"/>
              <a:t>ledPin</a:t>
            </a:r>
            <a:r>
              <a:rPr lang="en-IE" dirty="0"/>
              <a:t> = 12;        // select the pin for the LED</a:t>
            </a:r>
          </a:p>
          <a:p>
            <a:r>
              <a:rPr lang="en-IE" dirty="0" err="1"/>
              <a:t>int</a:t>
            </a:r>
            <a:r>
              <a:rPr lang="en-IE" dirty="0"/>
              <a:t> </a:t>
            </a:r>
            <a:r>
              <a:rPr lang="en-IE" dirty="0" err="1"/>
              <a:t>AnalogReading</a:t>
            </a:r>
            <a:r>
              <a:rPr lang="en-IE" dirty="0"/>
              <a:t>;     // The value that is read from the ADC</a:t>
            </a:r>
          </a:p>
          <a:p>
            <a:endParaRPr lang="en-IE" dirty="0"/>
          </a:p>
          <a:p>
            <a:r>
              <a:rPr lang="en-IE" dirty="0"/>
              <a:t>void setup() {</a:t>
            </a:r>
          </a:p>
          <a:p>
            <a:r>
              <a:rPr lang="en-IE" dirty="0"/>
              <a:t>  // declare the </a:t>
            </a:r>
            <a:r>
              <a:rPr lang="en-IE" dirty="0" err="1"/>
              <a:t>ledPin</a:t>
            </a:r>
            <a:r>
              <a:rPr lang="en-IE" dirty="0"/>
              <a:t> as an OUTPUT:</a:t>
            </a:r>
          </a:p>
          <a:p>
            <a:r>
              <a:rPr lang="en-IE" dirty="0"/>
              <a:t>  </a:t>
            </a:r>
            <a:r>
              <a:rPr lang="en-IE" dirty="0" err="1"/>
              <a:t>pinMode</a:t>
            </a:r>
            <a:r>
              <a:rPr lang="en-IE" dirty="0"/>
              <a:t>(</a:t>
            </a:r>
            <a:r>
              <a:rPr lang="en-IE" dirty="0" err="1"/>
              <a:t>ledPin</a:t>
            </a:r>
            <a:r>
              <a:rPr lang="en-IE" dirty="0"/>
              <a:t>, OUTPUT);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void loop() {</a:t>
            </a:r>
          </a:p>
          <a:p>
            <a:r>
              <a:rPr lang="en-IE" dirty="0"/>
              <a:t>  // read the value from the ADC:</a:t>
            </a:r>
          </a:p>
          <a:p>
            <a:r>
              <a:rPr lang="en-IE" dirty="0"/>
              <a:t>  </a:t>
            </a:r>
            <a:r>
              <a:rPr lang="en-IE" dirty="0" err="1"/>
              <a:t>AnalogReading</a:t>
            </a:r>
            <a:r>
              <a:rPr lang="en-IE" dirty="0"/>
              <a:t> = </a:t>
            </a:r>
            <a:r>
              <a:rPr lang="en-IE" dirty="0" err="1"/>
              <a:t>analogRead</a:t>
            </a:r>
            <a:r>
              <a:rPr lang="en-IE" dirty="0"/>
              <a:t>(</a:t>
            </a:r>
            <a:r>
              <a:rPr lang="en-IE" dirty="0" err="1"/>
              <a:t>AnalogPin</a:t>
            </a:r>
            <a:r>
              <a:rPr lang="en-IE" dirty="0"/>
              <a:t>);</a:t>
            </a:r>
          </a:p>
          <a:p>
            <a:r>
              <a:rPr lang="en-IE" dirty="0"/>
              <a:t>  // Now test the reading. A reading of 512 means 2.5V</a:t>
            </a:r>
          </a:p>
          <a:p>
            <a:r>
              <a:rPr lang="en-IE" dirty="0"/>
              <a:t>  if (</a:t>
            </a:r>
            <a:r>
              <a:rPr lang="en-IE" dirty="0" err="1"/>
              <a:t>AnalogReading</a:t>
            </a:r>
            <a:r>
              <a:rPr lang="en-IE" dirty="0"/>
              <a:t> &lt; 512)</a:t>
            </a:r>
          </a:p>
          <a:p>
            <a:r>
              <a:rPr lang="en-IE" dirty="0"/>
              <a:t>    </a:t>
            </a:r>
            <a:r>
              <a:rPr lang="en-IE" dirty="0" err="1"/>
              <a:t>digitalWrite</a:t>
            </a:r>
            <a:r>
              <a:rPr lang="en-IE" dirty="0"/>
              <a:t>(</a:t>
            </a:r>
            <a:r>
              <a:rPr lang="en-IE" dirty="0" err="1"/>
              <a:t>ledPin</a:t>
            </a:r>
            <a:r>
              <a:rPr lang="en-IE" dirty="0"/>
              <a:t>, LOW); // turn the </a:t>
            </a:r>
            <a:r>
              <a:rPr lang="en-IE" dirty="0" err="1"/>
              <a:t>ledPin</a:t>
            </a:r>
            <a:r>
              <a:rPr lang="en-IE" dirty="0"/>
              <a:t> off</a:t>
            </a:r>
          </a:p>
          <a:p>
            <a:r>
              <a:rPr lang="en-IE" dirty="0"/>
              <a:t>  else</a:t>
            </a:r>
          </a:p>
          <a:p>
            <a:r>
              <a:rPr lang="en-IE" dirty="0"/>
              <a:t>    </a:t>
            </a:r>
            <a:r>
              <a:rPr lang="en-IE" dirty="0" err="1"/>
              <a:t>digitalWrite</a:t>
            </a:r>
            <a:r>
              <a:rPr lang="en-IE" dirty="0"/>
              <a:t>(</a:t>
            </a:r>
            <a:r>
              <a:rPr lang="en-IE" dirty="0" err="1"/>
              <a:t>ledPin</a:t>
            </a:r>
            <a:r>
              <a:rPr lang="en-IE" dirty="0"/>
              <a:t>, HIGH); // turn the </a:t>
            </a:r>
            <a:r>
              <a:rPr lang="en-IE" dirty="0" err="1"/>
              <a:t>ledPin</a:t>
            </a:r>
            <a:r>
              <a:rPr lang="en-IE" dirty="0"/>
              <a:t> on</a:t>
            </a:r>
          </a:p>
          <a:p>
            <a:r>
              <a:rPr lang="en-IE" dirty="0"/>
              <a:t>  </a:t>
            </a:r>
          </a:p>
          <a:p>
            <a:r>
              <a:rPr lang="en-IE"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1" y="2275114"/>
            <a:ext cx="2447273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IE" dirty="0"/>
              <a:t>Here’s the code to run</a:t>
            </a:r>
          </a:p>
        </p:txBody>
      </p:sp>
    </p:spTree>
    <p:extLst>
      <p:ext uri="{BB962C8B-B14F-4D97-AF65-F5344CB8AC3E}">
        <p14:creationId xmlns:p14="http://schemas.microsoft.com/office/powerpoint/2010/main" val="162403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Let’s look at the ADC result again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We’ve used the Analog Inputs the ATMega328P Analog to Digital Converter</a:t>
            </a:r>
          </a:p>
          <a:p>
            <a:r>
              <a:rPr lang="en-IE" dirty="0"/>
              <a:t>We worked out in advance what reading corresponded to 5V and 2.5V</a:t>
            </a:r>
          </a:p>
          <a:p>
            <a:r>
              <a:rPr lang="en-IE" dirty="0"/>
              <a:t>We have a simple processor not a powerful laptop so we often try to reduce the number of calculations</a:t>
            </a:r>
          </a:p>
          <a:p>
            <a:r>
              <a:rPr lang="en-IE" dirty="0"/>
              <a:t>But we often need the voltage input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935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Data types again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We’ve been using integer variables up to now</a:t>
            </a:r>
          </a:p>
          <a:p>
            <a:r>
              <a:rPr lang="en-IE" dirty="0"/>
              <a:t>Sometimes we need numbers like 2.15 and so on</a:t>
            </a:r>
          </a:p>
          <a:p>
            <a:r>
              <a:rPr lang="en-IE" dirty="0"/>
              <a:t>We need a new variable type for these numbers: float</a:t>
            </a:r>
          </a:p>
          <a:p>
            <a:r>
              <a:rPr lang="en-IE" dirty="0"/>
              <a:t>Floating point numbers are the way a computer represents numbers like 1.23 or 2.9 * 10</a:t>
            </a:r>
            <a:r>
              <a:rPr lang="en-IE" baseline="30000" dirty="0"/>
              <a:t>-2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9754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charset="-122"/>
              </a:rPr>
              <a:t>Arduino Data types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28</a:t>
            </a:fld>
            <a:endParaRPr lang="en-US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6680" y="1091407"/>
            <a:ext cx="3076575" cy="50387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53163" y="1378635"/>
            <a:ext cx="4955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From Arduino’s Reference Section: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3639" y="2864264"/>
            <a:ext cx="3437801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We’ve used </a:t>
            </a:r>
            <a:r>
              <a:rPr lang="en-IE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variable up now:</a:t>
            </a:r>
          </a:p>
        </p:txBody>
      </p:sp>
      <p:sp>
        <p:nvSpPr>
          <p:cNvPr id="13" name="Right Arrow 12"/>
          <p:cNvSpPr/>
          <p:nvPr/>
        </p:nvSpPr>
        <p:spPr bwMode="auto">
          <a:xfrm>
            <a:off x="5967952" y="2806614"/>
            <a:ext cx="978408" cy="4846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33639" y="4581939"/>
            <a:ext cx="2775119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are float variables:</a:t>
            </a:r>
          </a:p>
        </p:txBody>
      </p:sp>
      <p:sp>
        <p:nvSpPr>
          <p:cNvPr id="15" name="Right Arrow 14"/>
          <p:cNvSpPr/>
          <p:nvPr/>
        </p:nvSpPr>
        <p:spPr bwMode="auto">
          <a:xfrm>
            <a:off x="5967952" y="4524289"/>
            <a:ext cx="978408" cy="4846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8553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Arduino Reference on float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1CFBA-08CB-45A1-9985-EF82ADAB394E}" type="slidenum">
              <a:rPr lang="en-US" altLang="en-US" smtClean="0"/>
              <a:pPr/>
              <a:t>29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1" y="1032537"/>
            <a:ext cx="8943975" cy="3305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93145" y="4644343"/>
            <a:ext cx="19352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 err="1">
                <a:latin typeface="Arial" panose="020B0604020202020204" pitchFamily="34" charset="0"/>
                <a:cs typeface="Arial" panose="020B0604020202020204" pitchFamily="34" charset="0"/>
              </a:rPr>
              <a:t>Eg</a:t>
            </a:r>
            <a:endParaRPr lang="en-I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 float </a:t>
            </a:r>
            <a:r>
              <a:rPr lang="en-IE" dirty="0" err="1">
                <a:latin typeface="Arial" panose="020B0604020202020204" pitchFamily="34" charset="0"/>
                <a:cs typeface="Arial" panose="020B0604020202020204" pitchFamily="34" charset="0"/>
              </a:rPr>
              <a:t>refVoltage</a:t>
            </a: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I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dirty="0" err="1">
                <a:latin typeface="Arial" panose="020B0604020202020204" pitchFamily="34" charset="0"/>
                <a:cs typeface="Arial" panose="020B0604020202020204" pitchFamily="34" charset="0"/>
              </a:rPr>
              <a:t>refVoltage</a:t>
            </a: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 = 2.5; </a:t>
            </a:r>
          </a:p>
        </p:txBody>
      </p:sp>
    </p:spTree>
    <p:extLst>
      <p:ext uri="{BB962C8B-B14F-4D97-AF65-F5344CB8AC3E}">
        <p14:creationId xmlns:p14="http://schemas.microsoft.com/office/powerpoint/2010/main" val="2444828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Another exercise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sz="2800" dirty="0"/>
              <a:t>Rewrite the Analog Input sketch program so that</a:t>
            </a:r>
          </a:p>
          <a:p>
            <a:r>
              <a:rPr lang="en-IE" sz="2800" dirty="0"/>
              <a:t>If the Analog Input voltage is &lt; 4.0V turn the BLUE LED (Digital Pin 13) ON and turn the RED LED (Digital Pin 12) OFF</a:t>
            </a:r>
          </a:p>
          <a:p>
            <a:r>
              <a:rPr lang="en-IE" sz="2800" dirty="0"/>
              <a:t>Otherwise (&gt;=4.0V) turn the BLUE LED (Digital Pin 13) OFF and turn the RED LED (Digital Pin 12) ON</a:t>
            </a:r>
          </a:p>
          <a:p>
            <a:r>
              <a:rPr lang="en-IE" sz="2800" dirty="0"/>
              <a:t>But this time calculate the voltage at the pin and compare with 4.0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8810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123A-40B5-E3BD-9086-40AD538C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Analog In 1 and Analog In 2 (1)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F05E3-814B-D88E-1BCA-888D2DDA2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On the shield, AIN1 is connected to a circuit with a Light Dependent Resistor and AIN2 is connected to a simple temperature sensor, LM35</a:t>
            </a:r>
          </a:p>
          <a:p>
            <a:r>
              <a:rPr lang="en-GB" sz="2800" dirty="0"/>
              <a:t>LM35 has the following output: 10mV per degree Centigrade</a:t>
            </a:r>
          </a:p>
          <a:p>
            <a:r>
              <a:rPr lang="en-GB" sz="2800" dirty="0"/>
              <a:t>Write a program (Arduino Sketch) that uses the RGB LEDs to indicate temperature</a:t>
            </a:r>
            <a:r>
              <a:rPr lang="en-IE" sz="2800" dirty="0"/>
              <a:t>:</a:t>
            </a:r>
          </a:p>
          <a:p>
            <a:r>
              <a:rPr lang="en-IE" sz="2800" dirty="0"/>
              <a:t>Temp &lt; 20deg RGB OFF</a:t>
            </a:r>
          </a:p>
          <a:p>
            <a:r>
              <a:rPr lang="en-IE" sz="2800" dirty="0"/>
              <a:t>20deg &lt;= Temp &lt; 22deg,  Blue ON, others OFF</a:t>
            </a:r>
          </a:p>
          <a:p>
            <a:r>
              <a:rPr lang="en-IE" sz="2800" dirty="0"/>
              <a:t>21deg &lt;= Temp &lt; 24deg, Green ON, others OFF</a:t>
            </a:r>
          </a:p>
          <a:p>
            <a:r>
              <a:rPr lang="en-IE" sz="2800" dirty="0"/>
              <a:t>Temp &gt;= 24deg, Red ON, others OFF</a:t>
            </a:r>
            <a:endParaRPr lang="en-GB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1A17B-A63B-3DA4-A404-9CDED00F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CAD60-CDDC-6CE7-7181-57045C1D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D449-B10A-5AC0-C233-1CE81F3A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C694E-291D-D1DA-E514-85E9C1531A3E}"/>
              </a:ext>
            </a:extLst>
          </p:cNvPr>
          <p:cNvSpPr txBox="1"/>
          <p:nvPr/>
        </p:nvSpPr>
        <p:spPr>
          <a:xfrm>
            <a:off x="5591944" y="3662363"/>
            <a:ext cx="2952328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Sometimes the LM35 doesn’t work, so don’t worry if you cannot do this!</a:t>
            </a:r>
            <a:endParaRPr lang="en-I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3816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123A-40B5-E3BD-9086-40AD538C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Analog In 1 and Analog In 2 (2)</a:t>
            </a:r>
            <a:endParaRPr lang="en-I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1A17B-A63B-3DA4-A404-9CDED00F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CAD60-CDDC-6CE7-7181-57045C1D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D449-B10A-5AC0-C233-1CE81F3A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32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784E25-E9A6-E9F6-406A-7985A0455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977901"/>
            <a:ext cx="9173855" cy="5144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9DBC4C-92A5-B0EA-8314-D6333498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2929" y="4976984"/>
            <a:ext cx="2623975" cy="180622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627F2EC-F382-5646-12A7-10D04E34AC80}"/>
              </a:ext>
            </a:extLst>
          </p:cNvPr>
          <p:cNvCxnSpPr/>
          <p:nvPr/>
        </p:nvCxnSpPr>
        <p:spPr bwMode="auto">
          <a:xfrm>
            <a:off x="7176120" y="4221088"/>
            <a:ext cx="2477111" cy="151216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F679D1-0ED8-C139-B971-E9EE427C4EF8}"/>
              </a:ext>
            </a:extLst>
          </p:cNvPr>
          <p:cNvSpPr txBox="1"/>
          <p:nvPr/>
        </p:nvSpPr>
        <p:spPr>
          <a:xfrm>
            <a:off x="5645732" y="5760656"/>
            <a:ext cx="1364476" cy="369332"/>
          </a:xfrm>
          <a:prstGeom prst="rect">
            <a:avLst/>
          </a:prstGeom>
          <a:solidFill>
            <a:srgbClr val="002060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LDR Circuit</a:t>
            </a:r>
            <a:endParaRPr lang="en-IE" dirty="0">
              <a:solidFill>
                <a:srgbClr val="FFFF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B998E3F-4B3B-29F8-E4B2-BB82CF208C60}"/>
              </a:ext>
            </a:extLst>
          </p:cNvPr>
          <p:cNvCxnSpPr/>
          <p:nvPr/>
        </p:nvCxnSpPr>
        <p:spPr bwMode="auto">
          <a:xfrm flipH="1" flipV="1">
            <a:off x="6096000" y="4976984"/>
            <a:ext cx="143933" cy="78367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6182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E123A-40B5-E3BD-9086-40AD538C1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Analog In 1 and Analog In 2 (3)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F05E3-814B-D88E-1BCA-888D2DDA2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Write a program (Arduino Sketch) that uses the RGB LEDs to check darkness:</a:t>
            </a:r>
          </a:p>
          <a:p>
            <a:r>
              <a:rPr lang="en-GB" sz="2800" dirty="0"/>
              <a:t>If it is dark, turn on all the RGB LEDs together (White light)</a:t>
            </a:r>
          </a:p>
          <a:p>
            <a:r>
              <a:rPr lang="en-GB" sz="2800" dirty="0"/>
              <a:t>Otherwise turn off all the RGB LEDs</a:t>
            </a:r>
          </a:p>
          <a:p>
            <a:r>
              <a:rPr lang="en-GB" sz="2800" dirty="0"/>
              <a:t>Remember AIN1 is on the LDR circuit</a:t>
            </a:r>
          </a:p>
          <a:p>
            <a:r>
              <a:rPr lang="en-GB" sz="2800" dirty="0"/>
              <a:t>You will have to work out the readings that indicate light </a:t>
            </a:r>
            <a:r>
              <a:rPr lang="en-GB" sz="2800"/>
              <a:t>and dark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If you like buzzers, you could sound the buzzer also if it is dark!</a:t>
            </a:r>
            <a:endParaRPr lang="en-IE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1A17B-A63B-3DA4-A404-9CDED00F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CAD60-CDDC-6CE7-7181-57045C1D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AD449-B10A-5AC0-C233-1CE81F3A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304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Communicating with a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Reading digital and </a:t>
            </a:r>
            <a:r>
              <a:rPr lang="en-IE" dirty="0" err="1"/>
              <a:t>analog</a:t>
            </a:r>
            <a:r>
              <a:rPr lang="en-IE" dirty="0"/>
              <a:t> inputs and driving LEDs is ok, but we want to do more</a:t>
            </a:r>
          </a:p>
          <a:p>
            <a:r>
              <a:rPr lang="en-IE" dirty="0"/>
              <a:t>How do we report results to a user who has a PC?</a:t>
            </a:r>
          </a:p>
          <a:p>
            <a:r>
              <a:rPr lang="en-IE" dirty="0"/>
              <a:t>Arduino uses a Serial Port for this type of communications </a:t>
            </a:r>
          </a:p>
          <a:p>
            <a:r>
              <a:rPr lang="en-IE" dirty="0"/>
              <a:t>See Examples - </a:t>
            </a:r>
            <a:r>
              <a:rPr lang="en-IE"/>
              <a:t>AnalogReadSerial</a:t>
            </a:r>
            <a:endParaRPr lang="en-I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Winter 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Session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4263E-8DEB-43AE-B3A3-53F686D36AB5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185587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1950</Words>
  <Application>Microsoft Office PowerPoint</Application>
  <PresentationFormat>Widescreen</PresentationFormat>
  <Paragraphs>293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Wingdings</vt:lpstr>
      <vt:lpstr>Tahoma</vt:lpstr>
      <vt:lpstr>SimSun</vt:lpstr>
      <vt:lpstr>Arial</vt:lpstr>
      <vt:lpstr>Edge</vt:lpstr>
      <vt:lpstr>Blends</vt:lpstr>
      <vt:lpstr>Introduction to Embedded Systems using Arduino</vt:lpstr>
      <vt:lpstr>Steam Course Session 3</vt:lpstr>
      <vt:lpstr>Simple LED Circuit</vt:lpstr>
      <vt:lpstr>Some background (1)</vt:lpstr>
      <vt:lpstr>Some background (2)</vt:lpstr>
      <vt:lpstr>Breadboard</vt:lpstr>
      <vt:lpstr>Simple LED Circuit</vt:lpstr>
      <vt:lpstr>Circuit with breadboard and Arduino</vt:lpstr>
      <vt:lpstr>Circuit Components</vt:lpstr>
      <vt:lpstr>Modify the circuit to turn on/off the LED</vt:lpstr>
      <vt:lpstr>Next steps</vt:lpstr>
      <vt:lpstr>Analog to Digital Converter (1)</vt:lpstr>
      <vt:lpstr>Analog to Digital Converter (2)</vt:lpstr>
      <vt:lpstr>ADC Resolution (1)</vt:lpstr>
      <vt:lpstr>ADC Resolution (2)</vt:lpstr>
      <vt:lpstr>ADC Resolution (3): Full-scale</vt:lpstr>
      <vt:lpstr>PowerPoint Presentation</vt:lpstr>
      <vt:lpstr>ADC Diagram</vt:lpstr>
      <vt:lpstr>Next example sketch</vt:lpstr>
      <vt:lpstr>Create a new sketch (1)</vt:lpstr>
      <vt:lpstr>Create a new sketch (2)</vt:lpstr>
      <vt:lpstr>Saving on the typing, use a text file (1)</vt:lpstr>
      <vt:lpstr>Use a text file</vt:lpstr>
      <vt:lpstr>PowerPoint Presentation</vt:lpstr>
      <vt:lpstr>PowerPoint Presentation</vt:lpstr>
      <vt:lpstr>Let’s look at the ADC result again</vt:lpstr>
      <vt:lpstr>Data types again</vt:lpstr>
      <vt:lpstr>Arduino Data types</vt:lpstr>
      <vt:lpstr>Arduino Reference on float</vt:lpstr>
      <vt:lpstr>Another exercise …</vt:lpstr>
      <vt:lpstr>Analog In 1 and Analog In 2 (1)</vt:lpstr>
      <vt:lpstr>Analog In 1 and Analog In 2 (2)</vt:lpstr>
      <vt:lpstr>Analog In 1 and Analog In 2 (3)</vt:lpstr>
      <vt:lpstr>Communicating with a user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ET4047 Embedded Software</dc:title>
  <dc:creator>Ciaran MacNamee</dc:creator>
  <cp:lastModifiedBy>Ciaran MacNamee</cp:lastModifiedBy>
  <cp:revision>47</cp:revision>
  <dcterms:created xsi:type="dcterms:W3CDTF">2020-09-17T11:39:01Z</dcterms:created>
  <dcterms:modified xsi:type="dcterms:W3CDTF">2026-02-06T13:08:14Z</dcterms:modified>
</cp:coreProperties>
</file>