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59" r:id="rId1"/>
    <p:sldMasterId id="2147483655" r:id="rId2"/>
  </p:sldMasterIdLst>
  <p:notesMasterIdLst>
    <p:notesMasterId r:id="rId38"/>
  </p:notesMasterIdLst>
  <p:handoutMasterIdLst>
    <p:handoutMasterId r:id="rId39"/>
  </p:handoutMasterIdLst>
  <p:sldIdLst>
    <p:sldId id="256" r:id="rId3"/>
    <p:sldId id="473" r:id="rId4"/>
    <p:sldId id="474" r:id="rId5"/>
    <p:sldId id="476" r:id="rId6"/>
    <p:sldId id="477" r:id="rId7"/>
    <p:sldId id="478" r:id="rId8"/>
    <p:sldId id="479" r:id="rId9"/>
    <p:sldId id="480" r:id="rId10"/>
    <p:sldId id="481" r:id="rId11"/>
    <p:sldId id="482" r:id="rId12"/>
    <p:sldId id="484" r:id="rId13"/>
    <p:sldId id="485" r:id="rId14"/>
    <p:sldId id="486" r:id="rId15"/>
    <p:sldId id="487" r:id="rId16"/>
    <p:sldId id="488" r:id="rId17"/>
    <p:sldId id="489" r:id="rId18"/>
    <p:sldId id="490" r:id="rId19"/>
    <p:sldId id="491" r:id="rId20"/>
    <p:sldId id="492" r:id="rId21"/>
    <p:sldId id="493" r:id="rId22"/>
    <p:sldId id="494" r:id="rId23"/>
    <p:sldId id="495" r:id="rId24"/>
    <p:sldId id="496" r:id="rId25"/>
    <p:sldId id="497" r:id="rId26"/>
    <p:sldId id="498" r:id="rId27"/>
    <p:sldId id="499" r:id="rId28"/>
    <p:sldId id="500" r:id="rId29"/>
    <p:sldId id="501" r:id="rId30"/>
    <p:sldId id="502" r:id="rId31"/>
    <p:sldId id="503" r:id="rId32"/>
    <p:sldId id="504" r:id="rId33"/>
    <p:sldId id="505" r:id="rId34"/>
    <p:sldId id="506" r:id="rId35"/>
    <p:sldId id="507" r:id="rId36"/>
    <p:sldId id="508" r:id="rId37"/>
  </p:sldIdLst>
  <p:sldSz cx="12192000" cy="6858000"/>
  <p:notesSz cx="6858000" cy="9945688"/>
  <p:embeddedFontLst>
    <p:embeddedFont>
      <p:font typeface="Tahoma" panose="020B0604030504040204" pitchFamily="34" charset="0"/>
      <p:regular r:id="rId40"/>
      <p:bold r:id="rId41"/>
    </p:embeddedFont>
    <p:embeddedFont>
      <p:font typeface="Tw Cen MT" panose="020B0602020104020603" pitchFamily="34" charset="0"/>
      <p:regular r:id="rId42"/>
      <p:bold r:id="rId43"/>
      <p:italic r:id="rId44"/>
      <p:boldItalic r:id="rId45"/>
    </p:embeddedFont>
  </p:embeddedFontLst>
  <p:defaultTextStyle>
    <a:defPPr>
      <a:defRPr lang="en-IE"/>
    </a:defPPr>
    <a:lvl1pPr algn="l" rtl="0" eaLnBrk="0" fontAlgn="base" hangingPunct="0">
      <a:spcBef>
        <a:spcPct val="0"/>
      </a:spcBef>
      <a:spcAft>
        <a:spcPct val="0"/>
      </a:spcAft>
      <a:defRPr kern="1200">
        <a:solidFill>
          <a:schemeClr val="tx1"/>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B3E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F9A11B-9B17-4C07-9061-D763719E67AB}" v="1" dt="2026-02-06T13:10:48.9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30" autoAdjust="0"/>
    <p:restoredTop sz="94660"/>
  </p:normalViewPr>
  <p:slideViewPr>
    <p:cSldViewPr>
      <p:cViewPr varScale="1">
        <p:scale>
          <a:sx n="51" d="100"/>
          <a:sy n="51" d="100"/>
        </p:scale>
        <p:origin x="1224" y="264"/>
      </p:cViewPr>
      <p:guideLst>
        <p:guide orient="horz" pos="2160"/>
        <p:guide pos="3840"/>
      </p:guideLst>
    </p:cSldViewPr>
  </p:slideViewPr>
  <p:notesTextViewPr>
    <p:cViewPr>
      <p:scale>
        <a:sx n="100" d="100"/>
        <a:sy n="100" d="100"/>
      </p:scale>
      <p:origin x="0" y="0"/>
    </p:cViewPr>
  </p:notesTextViewPr>
  <p:sorterViewPr>
    <p:cViewPr varScale="1">
      <p:scale>
        <a:sx n="1" d="1"/>
        <a:sy n="1" d="1"/>
      </p:scale>
      <p:origin x="0" y="-300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handoutMaster" Target="handoutMasters/handout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3.fntdata"/><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4.fntdata"/><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3B8789A-6880-4222-B427-EE97DDDE2013}"/>
              </a:ext>
            </a:extLst>
          </p:cNvPr>
          <p:cNvSpPr>
            <a:spLocks noGrp="1"/>
          </p:cNvSpPr>
          <p:nvPr>
            <p:ph type="hdr" sz="quarter"/>
          </p:nvPr>
        </p:nvSpPr>
        <p:spPr>
          <a:xfrm>
            <a:off x="1" y="0"/>
            <a:ext cx="2971337" cy="497536"/>
          </a:xfrm>
          <a:prstGeom prst="rect">
            <a:avLst/>
          </a:prstGeom>
        </p:spPr>
        <p:txBody>
          <a:bodyPr vert="horz" lIns="93973" tIns="46986" rIns="93973" bIns="46986" rtlCol="0"/>
          <a:lstStyle>
            <a:lvl1pPr algn="l">
              <a:defRPr sz="1200">
                <a:latin typeface="Arial" charset="0"/>
                <a:cs typeface="Arial" charset="0"/>
              </a:defRPr>
            </a:lvl1pPr>
          </a:lstStyle>
          <a:p>
            <a:pPr>
              <a:defRPr/>
            </a:pPr>
            <a:endParaRPr lang="en-IE"/>
          </a:p>
        </p:txBody>
      </p:sp>
      <p:sp>
        <p:nvSpPr>
          <p:cNvPr id="3" name="Date Placeholder 2">
            <a:extLst>
              <a:ext uri="{FF2B5EF4-FFF2-40B4-BE49-F238E27FC236}">
                <a16:creationId xmlns:a16="http://schemas.microsoft.com/office/drawing/2014/main" id="{E72FCB9B-BF94-4D24-9204-6A5750529905}"/>
              </a:ext>
            </a:extLst>
          </p:cNvPr>
          <p:cNvSpPr>
            <a:spLocks noGrp="1"/>
          </p:cNvSpPr>
          <p:nvPr>
            <p:ph type="dt" sz="quarter" idx="1"/>
          </p:nvPr>
        </p:nvSpPr>
        <p:spPr>
          <a:xfrm>
            <a:off x="3885120" y="0"/>
            <a:ext cx="2971336" cy="497536"/>
          </a:xfrm>
          <a:prstGeom prst="rect">
            <a:avLst/>
          </a:prstGeom>
        </p:spPr>
        <p:txBody>
          <a:bodyPr vert="horz" lIns="93973" tIns="46986" rIns="93973" bIns="46986" rtlCol="0"/>
          <a:lstStyle>
            <a:lvl1pPr algn="r">
              <a:defRPr sz="1200">
                <a:latin typeface="Arial" charset="0"/>
                <a:cs typeface="Arial" charset="0"/>
              </a:defRPr>
            </a:lvl1pPr>
          </a:lstStyle>
          <a:p>
            <a:pPr>
              <a:defRPr/>
            </a:pPr>
            <a:fld id="{245CD64C-0B54-441C-97C5-7C071B8A6CA0}" type="datetimeFigureOut">
              <a:rPr lang="en-IE"/>
              <a:pPr>
                <a:defRPr/>
              </a:pPr>
              <a:t>06/02/2026</a:t>
            </a:fld>
            <a:endParaRPr lang="en-IE"/>
          </a:p>
        </p:txBody>
      </p:sp>
      <p:sp>
        <p:nvSpPr>
          <p:cNvPr id="4" name="Footer Placeholder 3">
            <a:extLst>
              <a:ext uri="{FF2B5EF4-FFF2-40B4-BE49-F238E27FC236}">
                <a16:creationId xmlns:a16="http://schemas.microsoft.com/office/drawing/2014/main" id="{4F14906E-0917-40FB-B176-F28752B60D19}"/>
              </a:ext>
            </a:extLst>
          </p:cNvPr>
          <p:cNvSpPr>
            <a:spLocks noGrp="1"/>
          </p:cNvSpPr>
          <p:nvPr>
            <p:ph type="ftr" sz="quarter" idx="2"/>
          </p:nvPr>
        </p:nvSpPr>
        <p:spPr>
          <a:xfrm>
            <a:off x="1" y="9446470"/>
            <a:ext cx="2971337" cy="497536"/>
          </a:xfrm>
          <a:prstGeom prst="rect">
            <a:avLst/>
          </a:prstGeom>
        </p:spPr>
        <p:txBody>
          <a:bodyPr vert="horz" lIns="93973" tIns="46986" rIns="93973" bIns="46986" rtlCol="0" anchor="b"/>
          <a:lstStyle>
            <a:lvl1pPr algn="l">
              <a:defRPr sz="1200">
                <a:latin typeface="Arial" charset="0"/>
                <a:cs typeface="Arial" charset="0"/>
              </a:defRPr>
            </a:lvl1pPr>
          </a:lstStyle>
          <a:p>
            <a:pPr>
              <a:defRPr/>
            </a:pPr>
            <a:endParaRPr lang="en-IE"/>
          </a:p>
        </p:txBody>
      </p:sp>
      <p:sp>
        <p:nvSpPr>
          <p:cNvPr id="5" name="Slide Number Placeholder 4">
            <a:extLst>
              <a:ext uri="{FF2B5EF4-FFF2-40B4-BE49-F238E27FC236}">
                <a16:creationId xmlns:a16="http://schemas.microsoft.com/office/drawing/2014/main" id="{5B04F16C-54D3-4AE0-90F5-EBF279BFCCFA}"/>
              </a:ext>
            </a:extLst>
          </p:cNvPr>
          <p:cNvSpPr>
            <a:spLocks noGrp="1"/>
          </p:cNvSpPr>
          <p:nvPr>
            <p:ph type="sldNum" sz="quarter" idx="3"/>
          </p:nvPr>
        </p:nvSpPr>
        <p:spPr>
          <a:xfrm>
            <a:off x="3885120" y="9446470"/>
            <a:ext cx="2971336" cy="497536"/>
          </a:xfrm>
          <a:prstGeom prst="rect">
            <a:avLst/>
          </a:prstGeom>
        </p:spPr>
        <p:txBody>
          <a:bodyPr vert="horz" wrap="square" lIns="93973" tIns="46986" rIns="93973" bIns="46986" numCol="1" anchor="b" anchorCtr="0" compatLnSpc="1">
            <a:prstTxWarp prst="textNoShape">
              <a:avLst/>
            </a:prstTxWarp>
          </a:bodyPr>
          <a:lstStyle>
            <a:lvl1pPr algn="r">
              <a:defRPr sz="1200"/>
            </a:lvl1pPr>
          </a:lstStyle>
          <a:p>
            <a:fld id="{BBE9BB88-4594-452D-97CF-DBF539BC167B}" type="slidenum">
              <a:rPr lang="en-IE" altLang="en-US"/>
              <a:pPr/>
              <a:t>‹#›</a:t>
            </a:fld>
            <a:endParaRPr lang="en-IE" altLang="en-US"/>
          </a:p>
        </p:txBody>
      </p:sp>
    </p:spTree>
    <p:extLst>
      <p:ext uri="{BB962C8B-B14F-4D97-AF65-F5344CB8AC3E}">
        <p14:creationId xmlns:p14="http://schemas.microsoft.com/office/powerpoint/2010/main" val="7543464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998C2741-2BDD-48D5-86A8-EC87CA77042C}"/>
              </a:ext>
            </a:extLst>
          </p:cNvPr>
          <p:cNvSpPr>
            <a:spLocks noGrp="1" noChangeArrowheads="1"/>
          </p:cNvSpPr>
          <p:nvPr>
            <p:ph type="hdr" sz="quarter"/>
          </p:nvPr>
        </p:nvSpPr>
        <p:spPr bwMode="auto">
          <a:xfrm>
            <a:off x="1" y="0"/>
            <a:ext cx="2971337" cy="49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973" tIns="46986" rIns="93973" bIns="46986" numCol="1" anchor="t" anchorCtr="0" compatLnSpc="1">
            <a:prstTxWarp prst="textNoShape">
              <a:avLst/>
            </a:prstTxWarp>
          </a:bodyPr>
          <a:lstStyle>
            <a:lvl1pPr eaLnBrk="1" hangingPunct="1">
              <a:defRPr sz="1200">
                <a:latin typeface="Arial" charset="0"/>
                <a:cs typeface="Arial" charset="0"/>
              </a:defRPr>
            </a:lvl1pPr>
          </a:lstStyle>
          <a:p>
            <a:pPr>
              <a:defRPr/>
            </a:pPr>
            <a:endParaRPr lang="en-IE"/>
          </a:p>
        </p:txBody>
      </p:sp>
      <p:sp>
        <p:nvSpPr>
          <p:cNvPr id="17411" name="Rectangle 3">
            <a:extLst>
              <a:ext uri="{FF2B5EF4-FFF2-40B4-BE49-F238E27FC236}">
                <a16:creationId xmlns:a16="http://schemas.microsoft.com/office/drawing/2014/main" id="{50C64AE7-5771-4C10-A0C5-8D17B9816510}"/>
              </a:ext>
            </a:extLst>
          </p:cNvPr>
          <p:cNvSpPr>
            <a:spLocks noGrp="1" noChangeArrowheads="1"/>
          </p:cNvSpPr>
          <p:nvPr>
            <p:ph type="dt" idx="1"/>
          </p:nvPr>
        </p:nvSpPr>
        <p:spPr bwMode="auto">
          <a:xfrm>
            <a:off x="3885120" y="0"/>
            <a:ext cx="2971336" cy="49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973" tIns="46986" rIns="93973" bIns="46986" numCol="1" anchor="t" anchorCtr="0" compatLnSpc="1">
            <a:prstTxWarp prst="textNoShape">
              <a:avLst/>
            </a:prstTxWarp>
          </a:bodyPr>
          <a:lstStyle>
            <a:lvl1pPr algn="r" eaLnBrk="1" hangingPunct="1">
              <a:defRPr sz="1200">
                <a:latin typeface="Arial" charset="0"/>
                <a:cs typeface="Arial" charset="0"/>
              </a:defRPr>
            </a:lvl1pPr>
          </a:lstStyle>
          <a:p>
            <a:pPr>
              <a:defRPr/>
            </a:pPr>
            <a:endParaRPr lang="en-IE"/>
          </a:p>
        </p:txBody>
      </p:sp>
      <p:sp>
        <p:nvSpPr>
          <p:cNvPr id="3076" name="Rectangle 4"/>
          <p:cNvSpPr>
            <a:spLocks noGrp="1" noRot="1" noChangeAspect="1" noChangeArrowheads="1" noTextEdit="1"/>
          </p:cNvSpPr>
          <p:nvPr>
            <p:ph type="sldImg" idx="2"/>
          </p:nvPr>
        </p:nvSpPr>
        <p:spPr bwMode="auto">
          <a:xfrm>
            <a:off x="114300" y="746125"/>
            <a:ext cx="6630988" cy="37306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413" name="Rectangle 5">
            <a:extLst>
              <a:ext uri="{FF2B5EF4-FFF2-40B4-BE49-F238E27FC236}">
                <a16:creationId xmlns:a16="http://schemas.microsoft.com/office/drawing/2014/main" id="{FCE66508-9FA6-46C8-9854-34103033F9DE}"/>
              </a:ext>
            </a:extLst>
          </p:cNvPr>
          <p:cNvSpPr>
            <a:spLocks noGrp="1" noChangeArrowheads="1"/>
          </p:cNvSpPr>
          <p:nvPr>
            <p:ph type="body" sz="quarter" idx="3"/>
          </p:nvPr>
        </p:nvSpPr>
        <p:spPr bwMode="auto">
          <a:xfrm>
            <a:off x="685337" y="4724917"/>
            <a:ext cx="5487326" cy="4474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973" tIns="46986" rIns="93973" bIns="46986" numCol="1" anchor="t" anchorCtr="0" compatLnSpc="1">
            <a:prstTxWarp prst="textNoShape">
              <a:avLst/>
            </a:prstTxWarp>
          </a:bodyPr>
          <a:lstStyle/>
          <a:p>
            <a:pPr lvl="0"/>
            <a:r>
              <a:rPr lang="en-IE" noProof="0"/>
              <a:t>Click to edit Master text styles</a:t>
            </a:r>
          </a:p>
          <a:p>
            <a:pPr lvl="1"/>
            <a:r>
              <a:rPr lang="en-IE" noProof="0"/>
              <a:t>Second level</a:t>
            </a:r>
          </a:p>
          <a:p>
            <a:pPr lvl="2"/>
            <a:r>
              <a:rPr lang="en-IE" noProof="0"/>
              <a:t>Third level</a:t>
            </a:r>
          </a:p>
          <a:p>
            <a:pPr lvl="3"/>
            <a:r>
              <a:rPr lang="en-IE" noProof="0"/>
              <a:t>Fourth level</a:t>
            </a:r>
          </a:p>
          <a:p>
            <a:pPr lvl="4"/>
            <a:r>
              <a:rPr lang="en-IE" noProof="0"/>
              <a:t>Fifth level</a:t>
            </a:r>
          </a:p>
        </p:txBody>
      </p:sp>
      <p:sp>
        <p:nvSpPr>
          <p:cNvPr id="17414" name="Rectangle 6">
            <a:extLst>
              <a:ext uri="{FF2B5EF4-FFF2-40B4-BE49-F238E27FC236}">
                <a16:creationId xmlns:a16="http://schemas.microsoft.com/office/drawing/2014/main" id="{B80F41B3-29AB-420A-BD01-FA1262759037}"/>
              </a:ext>
            </a:extLst>
          </p:cNvPr>
          <p:cNvSpPr>
            <a:spLocks noGrp="1" noChangeArrowheads="1"/>
          </p:cNvSpPr>
          <p:nvPr>
            <p:ph type="ftr" sz="quarter" idx="4"/>
          </p:nvPr>
        </p:nvSpPr>
        <p:spPr bwMode="auto">
          <a:xfrm>
            <a:off x="1" y="9446470"/>
            <a:ext cx="2971337" cy="49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973" tIns="46986" rIns="93973" bIns="46986" numCol="1" anchor="b" anchorCtr="0" compatLnSpc="1">
            <a:prstTxWarp prst="textNoShape">
              <a:avLst/>
            </a:prstTxWarp>
          </a:bodyPr>
          <a:lstStyle>
            <a:lvl1pPr eaLnBrk="1" hangingPunct="1">
              <a:defRPr sz="1200">
                <a:latin typeface="Arial" charset="0"/>
                <a:cs typeface="Arial" charset="0"/>
              </a:defRPr>
            </a:lvl1pPr>
          </a:lstStyle>
          <a:p>
            <a:pPr>
              <a:defRPr/>
            </a:pPr>
            <a:endParaRPr lang="en-IE"/>
          </a:p>
        </p:txBody>
      </p:sp>
      <p:sp>
        <p:nvSpPr>
          <p:cNvPr id="17415" name="Rectangle 7">
            <a:extLst>
              <a:ext uri="{FF2B5EF4-FFF2-40B4-BE49-F238E27FC236}">
                <a16:creationId xmlns:a16="http://schemas.microsoft.com/office/drawing/2014/main" id="{2454F4F7-A6DF-4F56-806B-AB9A342F52D2}"/>
              </a:ext>
            </a:extLst>
          </p:cNvPr>
          <p:cNvSpPr>
            <a:spLocks noGrp="1" noChangeArrowheads="1"/>
          </p:cNvSpPr>
          <p:nvPr>
            <p:ph type="sldNum" sz="quarter" idx="5"/>
          </p:nvPr>
        </p:nvSpPr>
        <p:spPr bwMode="auto">
          <a:xfrm>
            <a:off x="3885120" y="9446470"/>
            <a:ext cx="2971336" cy="49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973" tIns="46986" rIns="93973" bIns="46986" numCol="1" anchor="b" anchorCtr="0" compatLnSpc="1">
            <a:prstTxWarp prst="textNoShape">
              <a:avLst/>
            </a:prstTxWarp>
          </a:bodyPr>
          <a:lstStyle>
            <a:lvl1pPr algn="r" eaLnBrk="1" hangingPunct="1">
              <a:defRPr sz="1200"/>
            </a:lvl1pPr>
          </a:lstStyle>
          <a:p>
            <a:fld id="{82D78038-9F06-419B-A634-E48307815C35}" type="slidenum">
              <a:rPr lang="en-IE" altLang="en-US"/>
              <a:pPr/>
              <a:t>‹#›</a:t>
            </a:fld>
            <a:endParaRPr lang="en-IE" altLang="en-US"/>
          </a:p>
        </p:txBody>
      </p:sp>
    </p:spTree>
    <p:extLst>
      <p:ext uri="{BB962C8B-B14F-4D97-AF65-F5344CB8AC3E}">
        <p14:creationId xmlns:p14="http://schemas.microsoft.com/office/powerpoint/2010/main" val="14841280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 y="746125"/>
            <a:ext cx="6630988" cy="3730625"/>
          </a:xfrm>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82D78038-9F06-419B-A634-E48307815C35}" type="slidenum">
              <a:rPr lang="en-IE" altLang="en-US" smtClean="0"/>
              <a:pPr/>
              <a:t>1</a:t>
            </a:fld>
            <a:endParaRPr lang="en-IE" altLang="en-US"/>
          </a:p>
        </p:txBody>
      </p:sp>
    </p:spTree>
    <p:extLst>
      <p:ext uri="{BB962C8B-B14F-4D97-AF65-F5344CB8AC3E}">
        <p14:creationId xmlns:p14="http://schemas.microsoft.com/office/powerpoint/2010/main" val="2848883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1950" y="690563"/>
            <a:ext cx="6264275" cy="3524250"/>
          </a:xfrm>
        </p:spPr>
      </p:sp>
      <p:sp>
        <p:nvSpPr>
          <p:cNvPr id="3" name="Notes Placeholder 2"/>
          <p:cNvSpPr>
            <a:spLocks noGrp="1"/>
          </p:cNvSpPr>
          <p:nvPr>
            <p:ph type="body" idx="1"/>
          </p:nvPr>
        </p:nvSpPr>
        <p:spPr/>
        <p:txBody>
          <a:bodyPr/>
          <a:lstStyle/>
          <a:p>
            <a:endParaRPr lang="en-IE" dirty="0"/>
          </a:p>
        </p:txBody>
      </p:sp>
      <p:sp>
        <p:nvSpPr>
          <p:cNvPr id="4" name="Header Placeholder 3"/>
          <p:cNvSpPr>
            <a:spLocks noGrp="1"/>
          </p:cNvSpPr>
          <p:nvPr>
            <p:ph type="hdr" sz="quarter" idx="10"/>
          </p:nvPr>
        </p:nvSpPr>
        <p:spPr/>
        <p:txBody>
          <a:bodyPr/>
          <a:lstStyle/>
          <a:p>
            <a:pPr>
              <a:defRPr/>
            </a:pPr>
            <a:r>
              <a:rPr lang="zh-CN" altLang="en-US"/>
              <a:t>EE141</a:t>
            </a:r>
            <a:endParaRPr lang="en-US" altLang="zh-CN"/>
          </a:p>
        </p:txBody>
      </p:sp>
      <p:sp>
        <p:nvSpPr>
          <p:cNvPr id="5" name="Slide Number Placeholder 4"/>
          <p:cNvSpPr>
            <a:spLocks noGrp="1"/>
          </p:cNvSpPr>
          <p:nvPr>
            <p:ph type="sldNum" sz="quarter" idx="11"/>
          </p:nvPr>
        </p:nvSpPr>
        <p:spPr/>
        <p:txBody>
          <a:bodyPr/>
          <a:lstStyle/>
          <a:p>
            <a:fld id="{11D65759-36D0-4FCD-92B8-F15C4FDE86D7}" type="slidenum">
              <a:rPr lang="zh-CN" altLang="en-US" smtClean="0"/>
              <a:pPr/>
              <a:t>4</a:t>
            </a:fld>
            <a:endParaRPr lang="en-US" altLang="zh-CN"/>
          </a:p>
        </p:txBody>
      </p:sp>
    </p:spTree>
    <p:extLst>
      <p:ext uri="{BB962C8B-B14F-4D97-AF65-F5344CB8AC3E}">
        <p14:creationId xmlns:p14="http://schemas.microsoft.com/office/powerpoint/2010/main" val="2435461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1950" y="690563"/>
            <a:ext cx="6264275" cy="3524250"/>
          </a:xfrm>
        </p:spPr>
      </p:sp>
      <p:sp>
        <p:nvSpPr>
          <p:cNvPr id="3" name="Notes Placeholder 2"/>
          <p:cNvSpPr>
            <a:spLocks noGrp="1"/>
          </p:cNvSpPr>
          <p:nvPr>
            <p:ph type="body" idx="1"/>
          </p:nvPr>
        </p:nvSpPr>
        <p:spPr/>
        <p:txBody>
          <a:bodyPr/>
          <a:lstStyle/>
          <a:p>
            <a:endParaRPr lang="en-IE" dirty="0"/>
          </a:p>
        </p:txBody>
      </p:sp>
      <p:sp>
        <p:nvSpPr>
          <p:cNvPr id="4" name="Header Placeholder 3"/>
          <p:cNvSpPr>
            <a:spLocks noGrp="1"/>
          </p:cNvSpPr>
          <p:nvPr>
            <p:ph type="hdr" sz="quarter" idx="10"/>
          </p:nvPr>
        </p:nvSpPr>
        <p:spPr/>
        <p:txBody>
          <a:bodyPr/>
          <a:lstStyle/>
          <a:p>
            <a:pPr>
              <a:defRPr/>
            </a:pPr>
            <a:r>
              <a:rPr lang="zh-CN" altLang="en-US"/>
              <a:t>EE141</a:t>
            </a:r>
            <a:endParaRPr lang="en-US" altLang="zh-CN"/>
          </a:p>
        </p:txBody>
      </p:sp>
      <p:sp>
        <p:nvSpPr>
          <p:cNvPr id="5" name="Slide Number Placeholder 4"/>
          <p:cNvSpPr>
            <a:spLocks noGrp="1"/>
          </p:cNvSpPr>
          <p:nvPr>
            <p:ph type="sldNum" sz="quarter" idx="11"/>
          </p:nvPr>
        </p:nvSpPr>
        <p:spPr/>
        <p:txBody>
          <a:bodyPr/>
          <a:lstStyle/>
          <a:p>
            <a:fld id="{11D65759-36D0-4FCD-92B8-F15C4FDE86D7}" type="slidenum">
              <a:rPr lang="zh-CN" altLang="en-US" smtClean="0"/>
              <a:pPr/>
              <a:t>8</a:t>
            </a:fld>
            <a:endParaRPr lang="en-US" altLang="zh-CN"/>
          </a:p>
        </p:txBody>
      </p:sp>
    </p:spTree>
    <p:extLst>
      <p:ext uri="{BB962C8B-B14F-4D97-AF65-F5344CB8AC3E}">
        <p14:creationId xmlns:p14="http://schemas.microsoft.com/office/powerpoint/2010/main" val="2109863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p:cNvSpPr>
            <a:spLocks noChangeArrowheads="1"/>
          </p:cNvSpPr>
          <p:nvPr/>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E"/>
          </a:p>
        </p:txBody>
      </p:sp>
      <p:sp>
        <p:nvSpPr>
          <p:cNvPr id="5" name="Line 8"/>
          <p:cNvSpPr>
            <a:spLocks noChangeShapeType="1"/>
          </p:cNvSpPr>
          <p:nvPr/>
        </p:nvSpPr>
        <p:spPr bwMode="auto">
          <a:xfrm>
            <a:off x="2641601" y="3962400"/>
            <a:ext cx="8682567"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16386" name="Rectangle 2"/>
          <p:cNvSpPr>
            <a:spLocks noGrp="1" noChangeArrowheads="1"/>
          </p:cNvSpPr>
          <p:nvPr>
            <p:ph type="ctrTitle"/>
          </p:nvPr>
        </p:nvSpPr>
        <p:spPr>
          <a:xfrm>
            <a:off x="1219201" y="1524000"/>
            <a:ext cx="10164233" cy="1752600"/>
          </a:xfrm>
        </p:spPr>
        <p:txBody>
          <a:bodyPr/>
          <a:lstStyle>
            <a:lvl1pPr>
              <a:defRPr sz="3400"/>
            </a:lvl1pPr>
          </a:lstStyle>
          <a:p>
            <a:pPr lvl="0"/>
            <a:r>
              <a:rPr lang="en-IE" altLang="en-US" noProof="0"/>
              <a:t>Click to edit Master title style</a:t>
            </a:r>
          </a:p>
        </p:txBody>
      </p:sp>
      <p:sp>
        <p:nvSpPr>
          <p:cNvPr id="16387"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pPr lvl="0"/>
            <a:r>
              <a:rPr lang="en-IE" altLang="en-US" noProof="0"/>
              <a:t>Click to edit Master subtitle style</a:t>
            </a:r>
          </a:p>
        </p:txBody>
      </p:sp>
      <p:sp>
        <p:nvSpPr>
          <p:cNvPr id="6" name="Rectangle 4">
            <a:extLst>
              <a:ext uri="{FF2B5EF4-FFF2-40B4-BE49-F238E27FC236}">
                <a16:creationId xmlns:a16="http://schemas.microsoft.com/office/drawing/2014/main" id="{8AE628FB-ACFE-48A4-B69E-F28FD7759AB8}"/>
              </a:ext>
            </a:extLst>
          </p:cNvPr>
          <p:cNvSpPr>
            <a:spLocks noGrp="1" noChangeArrowheads="1"/>
          </p:cNvSpPr>
          <p:nvPr>
            <p:ph type="dt" sz="half" idx="10"/>
          </p:nvPr>
        </p:nvSpPr>
        <p:spPr/>
        <p:txBody>
          <a:bodyPr/>
          <a:lstStyle>
            <a:lvl1pPr>
              <a:defRPr/>
            </a:lvl1pPr>
          </a:lstStyle>
          <a:p>
            <a:pPr>
              <a:defRPr/>
            </a:pPr>
            <a:r>
              <a:rPr lang="en-US" altLang="en-US"/>
              <a:t>Winter 2026</a:t>
            </a:r>
            <a:endParaRPr lang="en-IE" altLang="en-US"/>
          </a:p>
        </p:txBody>
      </p:sp>
      <p:sp>
        <p:nvSpPr>
          <p:cNvPr id="7" name="Rectangle 5">
            <a:extLst>
              <a:ext uri="{FF2B5EF4-FFF2-40B4-BE49-F238E27FC236}">
                <a16:creationId xmlns:a16="http://schemas.microsoft.com/office/drawing/2014/main" id="{1FFEC5AF-4338-43D6-B111-46449E451CBE}"/>
              </a:ext>
            </a:extLst>
          </p:cNvPr>
          <p:cNvSpPr>
            <a:spLocks noGrp="1" noChangeArrowheads="1"/>
          </p:cNvSpPr>
          <p:nvPr>
            <p:ph type="ftr" sz="quarter" idx="11"/>
          </p:nvPr>
        </p:nvSpPr>
        <p:spPr>
          <a:xfrm>
            <a:off x="4165600" y="6243638"/>
            <a:ext cx="3860800" cy="457200"/>
          </a:xfrm>
        </p:spPr>
        <p:txBody>
          <a:bodyPr/>
          <a:lstStyle>
            <a:lvl1pPr>
              <a:defRPr/>
            </a:lvl1pPr>
          </a:lstStyle>
          <a:p>
            <a:pPr>
              <a:defRPr/>
            </a:pPr>
            <a:r>
              <a:rPr lang="en-IE" altLang="en-US"/>
              <a:t>Session 4</a:t>
            </a:r>
          </a:p>
        </p:txBody>
      </p:sp>
      <p:sp>
        <p:nvSpPr>
          <p:cNvPr id="8" name="Rectangle 6">
            <a:extLst>
              <a:ext uri="{FF2B5EF4-FFF2-40B4-BE49-F238E27FC236}">
                <a16:creationId xmlns:a16="http://schemas.microsoft.com/office/drawing/2014/main" id="{E2578602-52F6-407A-94C1-934E6D89CE4F}"/>
              </a:ext>
            </a:extLst>
          </p:cNvPr>
          <p:cNvSpPr>
            <a:spLocks noGrp="1" noChangeArrowheads="1"/>
          </p:cNvSpPr>
          <p:nvPr>
            <p:ph type="sldNum" sz="quarter" idx="12"/>
          </p:nvPr>
        </p:nvSpPr>
        <p:spPr/>
        <p:txBody>
          <a:bodyPr/>
          <a:lstStyle>
            <a:lvl1pPr>
              <a:defRPr/>
            </a:lvl1pPr>
          </a:lstStyle>
          <a:p>
            <a:fld id="{C6AB795E-2992-41FB-9AFE-FDD23EF301EC}" type="slidenum">
              <a:rPr lang="en-IE" altLang="en-US"/>
              <a:pPr/>
              <a:t>‹#›</a:t>
            </a:fld>
            <a:endParaRPr lang="en-IE" altLang="en-US"/>
          </a:p>
        </p:txBody>
      </p:sp>
    </p:spTree>
    <p:extLst>
      <p:ext uri="{BB962C8B-B14F-4D97-AF65-F5344CB8AC3E}">
        <p14:creationId xmlns:p14="http://schemas.microsoft.com/office/powerpoint/2010/main" val="3312214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a:extLst>
              <a:ext uri="{FF2B5EF4-FFF2-40B4-BE49-F238E27FC236}">
                <a16:creationId xmlns:a16="http://schemas.microsoft.com/office/drawing/2014/main" id="{BABAB8EE-DC4E-4EFA-B182-E26333643113}"/>
              </a:ext>
            </a:extLst>
          </p:cNvPr>
          <p:cNvSpPr>
            <a:spLocks noGrp="1" noChangeArrowheads="1"/>
          </p:cNvSpPr>
          <p:nvPr>
            <p:ph type="dt" sz="half" idx="10"/>
          </p:nvPr>
        </p:nvSpPr>
        <p:spPr>
          <a:ln/>
        </p:spPr>
        <p:txBody>
          <a:bodyPr/>
          <a:lstStyle>
            <a:lvl1pPr>
              <a:defRPr/>
            </a:lvl1pPr>
          </a:lstStyle>
          <a:p>
            <a:pPr>
              <a:defRPr/>
            </a:pPr>
            <a:r>
              <a:rPr lang="en-US" altLang="en-US"/>
              <a:t>Winter 2026</a:t>
            </a:r>
            <a:endParaRPr lang="en-IE" altLang="en-US"/>
          </a:p>
        </p:txBody>
      </p:sp>
      <p:sp>
        <p:nvSpPr>
          <p:cNvPr id="5" name="Rectangle 5">
            <a:extLst>
              <a:ext uri="{FF2B5EF4-FFF2-40B4-BE49-F238E27FC236}">
                <a16:creationId xmlns:a16="http://schemas.microsoft.com/office/drawing/2014/main" id="{06F91DBD-C2D1-4DAE-9444-724D6372EECC}"/>
              </a:ext>
            </a:extLst>
          </p:cNvPr>
          <p:cNvSpPr>
            <a:spLocks noGrp="1" noChangeArrowheads="1"/>
          </p:cNvSpPr>
          <p:nvPr>
            <p:ph type="ftr" sz="quarter" idx="11"/>
          </p:nvPr>
        </p:nvSpPr>
        <p:spPr>
          <a:ln/>
        </p:spPr>
        <p:txBody>
          <a:bodyPr/>
          <a:lstStyle>
            <a:lvl1pPr>
              <a:defRPr/>
            </a:lvl1pPr>
          </a:lstStyle>
          <a:p>
            <a:pPr>
              <a:defRPr/>
            </a:pPr>
            <a:r>
              <a:rPr lang="en-IE" altLang="en-US"/>
              <a:t>Session 4</a:t>
            </a:r>
          </a:p>
        </p:txBody>
      </p:sp>
      <p:sp>
        <p:nvSpPr>
          <p:cNvPr id="6" name="Rectangle 6">
            <a:extLst>
              <a:ext uri="{FF2B5EF4-FFF2-40B4-BE49-F238E27FC236}">
                <a16:creationId xmlns:a16="http://schemas.microsoft.com/office/drawing/2014/main" id="{9A8368F0-C529-4086-BAD7-26E374DFDF2E}"/>
              </a:ext>
            </a:extLst>
          </p:cNvPr>
          <p:cNvSpPr>
            <a:spLocks noGrp="1" noChangeArrowheads="1"/>
          </p:cNvSpPr>
          <p:nvPr>
            <p:ph type="sldNum" sz="quarter" idx="12"/>
          </p:nvPr>
        </p:nvSpPr>
        <p:spPr>
          <a:ln/>
        </p:spPr>
        <p:txBody>
          <a:bodyPr/>
          <a:lstStyle>
            <a:lvl1pPr>
              <a:defRPr/>
            </a:lvl1pPr>
          </a:lstStyle>
          <a:p>
            <a:fld id="{BEDFABE9-A1F0-4D25-A546-B48E1EC44F84}" type="slidenum">
              <a:rPr lang="en-IE" altLang="en-US"/>
              <a:pPr/>
              <a:t>‹#›</a:t>
            </a:fld>
            <a:endParaRPr lang="en-IE" altLang="en-US"/>
          </a:p>
        </p:txBody>
      </p:sp>
    </p:spTree>
    <p:extLst>
      <p:ext uri="{BB962C8B-B14F-4D97-AF65-F5344CB8AC3E}">
        <p14:creationId xmlns:p14="http://schemas.microsoft.com/office/powerpoint/2010/main" val="2686825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BABAB8EE-DC4E-4EFA-B182-E26333643113}"/>
              </a:ext>
            </a:extLst>
          </p:cNvPr>
          <p:cNvSpPr>
            <a:spLocks noGrp="1" noChangeArrowheads="1"/>
          </p:cNvSpPr>
          <p:nvPr>
            <p:ph type="dt" sz="half" idx="10"/>
          </p:nvPr>
        </p:nvSpPr>
        <p:spPr>
          <a:ln/>
        </p:spPr>
        <p:txBody>
          <a:bodyPr/>
          <a:lstStyle>
            <a:lvl1pPr>
              <a:defRPr/>
            </a:lvl1pPr>
          </a:lstStyle>
          <a:p>
            <a:pPr>
              <a:defRPr/>
            </a:pPr>
            <a:r>
              <a:rPr lang="en-US" altLang="en-US"/>
              <a:t>Winter 2026</a:t>
            </a:r>
            <a:endParaRPr lang="en-IE" altLang="en-US"/>
          </a:p>
        </p:txBody>
      </p:sp>
      <p:sp>
        <p:nvSpPr>
          <p:cNvPr id="5" name="Rectangle 5">
            <a:extLst>
              <a:ext uri="{FF2B5EF4-FFF2-40B4-BE49-F238E27FC236}">
                <a16:creationId xmlns:a16="http://schemas.microsoft.com/office/drawing/2014/main" id="{06F91DBD-C2D1-4DAE-9444-724D6372EECC}"/>
              </a:ext>
            </a:extLst>
          </p:cNvPr>
          <p:cNvSpPr>
            <a:spLocks noGrp="1" noChangeArrowheads="1"/>
          </p:cNvSpPr>
          <p:nvPr>
            <p:ph type="ftr" sz="quarter" idx="11"/>
          </p:nvPr>
        </p:nvSpPr>
        <p:spPr>
          <a:ln/>
        </p:spPr>
        <p:txBody>
          <a:bodyPr/>
          <a:lstStyle>
            <a:lvl1pPr>
              <a:defRPr/>
            </a:lvl1pPr>
          </a:lstStyle>
          <a:p>
            <a:pPr>
              <a:defRPr/>
            </a:pPr>
            <a:r>
              <a:rPr lang="en-IE" altLang="en-US"/>
              <a:t>Session 4</a:t>
            </a:r>
          </a:p>
        </p:txBody>
      </p:sp>
      <p:sp>
        <p:nvSpPr>
          <p:cNvPr id="6" name="Rectangle 6">
            <a:extLst>
              <a:ext uri="{FF2B5EF4-FFF2-40B4-BE49-F238E27FC236}">
                <a16:creationId xmlns:a16="http://schemas.microsoft.com/office/drawing/2014/main" id="{9A8368F0-C529-4086-BAD7-26E374DFDF2E}"/>
              </a:ext>
            </a:extLst>
          </p:cNvPr>
          <p:cNvSpPr>
            <a:spLocks noGrp="1" noChangeArrowheads="1"/>
          </p:cNvSpPr>
          <p:nvPr>
            <p:ph type="sldNum" sz="quarter" idx="12"/>
          </p:nvPr>
        </p:nvSpPr>
        <p:spPr>
          <a:ln/>
        </p:spPr>
        <p:txBody>
          <a:bodyPr/>
          <a:lstStyle>
            <a:lvl1pPr>
              <a:defRPr/>
            </a:lvl1pPr>
          </a:lstStyle>
          <a:p>
            <a:fld id="{351173D2-418A-47DD-A23C-C5D14B0AAB3D}" type="slidenum">
              <a:rPr lang="en-IE" altLang="en-US"/>
              <a:pPr/>
              <a:t>‹#›</a:t>
            </a:fld>
            <a:endParaRPr lang="en-IE" altLang="en-US"/>
          </a:p>
        </p:txBody>
      </p:sp>
    </p:spTree>
    <p:extLst>
      <p:ext uri="{BB962C8B-B14F-4D97-AF65-F5344CB8AC3E}">
        <p14:creationId xmlns:p14="http://schemas.microsoft.com/office/powerpoint/2010/main" val="2115018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609600" y="908050"/>
            <a:ext cx="5384800" cy="5222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6197600" y="908050"/>
            <a:ext cx="5384800" cy="5222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Rectangle 4">
            <a:extLst>
              <a:ext uri="{FF2B5EF4-FFF2-40B4-BE49-F238E27FC236}">
                <a16:creationId xmlns:a16="http://schemas.microsoft.com/office/drawing/2014/main" id="{BABAB8EE-DC4E-4EFA-B182-E26333643113}"/>
              </a:ext>
            </a:extLst>
          </p:cNvPr>
          <p:cNvSpPr>
            <a:spLocks noGrp="1" noChangeArrowheads="1"/>
          </p:cNvSpPr>
          <p:nvPr>
            <p:ph type="dt" sz="half" idx="10"/>
          </p:nvPr>
        </p:nvSpPr>
        <p:spPr>
          <a:ln/>
        </p:spPr>
        <p:txBody>
          <a:bodyPr/>
          <a:lstStyle>
            <a:lvl1pPr>
              <a:defRPr/>
            </a:lvl1pPr>
          </a:lstStyle>
          <a:p>
            <a:pPr>
              <a:defRPr/>
            </a:pPr>
            <a:r>
              <a:rPr lang="en-US" altLang="en-US"/>
              <a:t>Winter 2026</a:t>
            </a:r>
            <a:endParaRPr lang="en-IE" altLang="en-US"/>
          </a:p>
        </p:txBody>
      </p:sp>
      <p:sp>
        <p:nvSpPr>
          <p:cNvPr id="6" name="Rectangle 5">
            <a:extLst>
              <a:ext uri="{FF2B5EF4-FFF2-40B4-BE49-F238E27FC236}">
                <a16:creationId xmlns:a16="http://schemas.microsoft.com/office/drawing/2014/main" id="{06F91DBD-C2D1-4DAE-9444-724D6372EECC}"/>
              </a:ext>
            </a:extLst>
          </p:cNvPr>
          <p:cNvSpPr>
            <a:spLocks noGrp="1" noChangeArrowheads="1"/>
          </p:cNvSpPr>
          <p:nvPr>
            <p:ph type="ftr" sz="quarter" idx="11"/>
          </p:nvPr>
        </p:nvSpPr>
        <p:spPr>
          <a:ln/>
        </p:spPr>
        <p:txBody>
          <a:bodyPr/>
          <a:lstStyle>
            <a:lvl1pPr>
              <a:defRPr/>
            </a:lvl1pPr>
          </a:lstStyle>
          <a:p>
            <a:pPr>
              <a:defRPr/>
            </a:pPr>
            <a:r>
              <a:rPr lang="en-IE" altLang="en-US"/>
              <a:t>Session 4</a:t>
            </a:r>
          </a:p>
        </p:txBody>
      </p:sp>
      <p:sp>
        <p:nvSpPr>
          <p:cNvPr id="7" name="Rectangle 6">
            <a:extLst>
              <a:ext uri="{FF2B5EF4-FFF2-40B4-BE49-F238E27FC236}">
                <a16:creationId xmlns:a16="http://schemas.microsoft.com/office/drawing/2014/main" id="{9A8368F0-C529-4086-BAD7-26E374DFDF2E}"/>
              </a:ext>
            </a:extLst>
          </p:cNvPr>
          <p:cNvSpPr>
            <a:spLocks noGrp="1" noChangeArrowheads="1"/>
          </p:cNvSpPr>
          <p:nvPr>
            <p:ph type="sldNum" sz="quarter" idx="12"/>
          </p:nvPr>
        </p:nvSpPr>
        <p:spPr>
          <a:ln/>
        </p:spPr>
        <p:txBody>
          <a:bodyPr/>
          <a:lstStyle>
            <a:lvl1pPr>
              <a:defRPr/>
            </a:lvl1pPr>
          </a:lstStyle>
          <a:p>
            <a:fld id="{71874E5F-DAEC-4CA2-8834-37FB243B2B13}" type="slidenum">
              <a:rPr lang="en-IE" altLang="en-US"/>
              <a:pPr/>
              <a:t>‹#›</a:t>
            </a:fld>
            <a:endParaRPr lang="en-IE" altLang="en-US"/>
          </a:p>
        </p:txBody>
      </p:sp>
    </p:spTree>
    <p:extLst>
      <p:ext uri="{BB962C8B-B14F-4D97-AF65-F5344CB8AC3E}">
        <p14:creationId xmlns:p14="http://schemas.microsoft.com/office/powerpoint/2010/main" val="210319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Rectangle 4">
            <a:extLst>
              <a:ext uri="{FF2B5EF4-FFF2-40B4-BE49-F238E27FC236}">
                <a16:creationId xmlns:a16="http://schemas.microsoft.com/office/drawing/2014/main" id="{BABAB8EE-DC4E-4EFA-B182-E26333643113}"/>
              </a:ext>
            </a:extLst>
          </p:cNvPr>
          <p:cNvSpPr>
            <a:spLocks noGrp="1" noChangeArrowheads="1"/>
          </p:cNvSpPr>
          <p:nvPr>
            <p:ph type="dt" sz="half" idx="10"/>
          </p:nvPr>
        </p:nvSpPr>
        <p:spPr>
          <a:ln/>
        </p:spPr>
        <p:txBody>
          <a:bodyPr/>
          <a:lstStyle>
            <a:lvl1pPr>
              <a:defRPr/>
            </a:lvl1pPr>
          </a:lstStyle>
          <a:p>
            <a:pPr>
              <a:defRPr/>
            </a:pPr>
            <a:r>
              <a:rPr lang="en-US" altLang="en-US"/>
              <a:t>Winter 2026</a:t>
            </a:r>
            <a:endParaRPr lang="en-IE" altLang="en-US"/>
          </a:p>
        </p:txBody>
      </p:sp>
      <p:sp>
        <p:nvSpPr>
          <p:cNvPr id="8" name="Rectangle 5">
            <a:extLst>
              <a:ext uri="{FF2B5EF4-FFF2-40B4-BE49-F238E27FC236}">
                <a16:creationId xmlns:a16="http://schemas.microsoft.com/office/drawing/2014/main" id="{06F91DBD-C2D1-4DAE-9444-724D6372EECC}"/>
              </a:ext>
            </a:extLst>
          </p:cNvPr>
          <p:cNvSpPr>
            <a:spLocks noGrp="1" noChangeArrowheads="1"/>
          </p:cNvSpPr>
          <p:nvPr>
            <p:ph type="ftr" sz="quarter" idx="11"/>
          </p:nvPr>
        </p:nvSpPr>
        <p:spPr>
          <a:ln/>
        </p:spPr>
        <p:txBody>
          <a:bodyPr/>
          <a:lstStyle>
            <a:lvl1pPr>
              <a:defRPr/>
            </a:lvl1pPr>
          </a:lstStyle>
          <a:p>
            <a:pPr>
              <a:defRPr/>
            </a:pPr>
            <a:r>
              <a:rPr lang="en-IE" altLang="en-US"/>
              <a:t>Session 4</a:t>
            </a:r>
          </a:p>
        </p:txBody>
      </p:sp>
      <p:sp>
        <p:nvSpPr>
          <p:cNvPr id="9" name="Rectangle 6">
            <a:extLst>
              <a:ext uri="{FF2B5EF4-FFF2-40B4-BE49-F238E27FC236}">
                <a16:creationId xmlns:a16="http://schemas.microsoft.com/office/drawing/2014/main" id="{9A8368F0-C529-4086-BAD7-26E374DFDF2E}"/>
              </a:ext>
            </a:extLst>
          </p:cNvPr>
          <p:cNvSpPr>
            <a:spLocks noGrp="1" noChangeArrowheads="1"/>
          </p:cNvSpPr>
          <p:nvPr>
            <p:ph type="sldNum" sz="quarter" idx="12"/>
          </p:nvPr>
        </p:nvSpPr>
        <p:spPr>
          <a:ln/>
        </p:spPr>
        <p:txBody>
          <a:bodyPr/>
          <a:lstStyle>
            <a:lvl1pPr>
              <a:defRPr/>
            </a:lvl1pPr>
          </a:lstStyle>
          <a:p>
            <a:fld id="{A2B58BCF-E64A-438B-BFF1-976839A23CF3}" type="slidenum">
              <a:rPr lang="en-IE" altLang="en-US"/>
              <a:pPr/>
              <a:t>‹#›</a:t>
            </a:fld>
            <a:endParaRPr lang="en-IE" altLang="en-US"/>
          </a:p>
        </p:txBody>
      </p:sp>
    </p:spTree>
    <p:extLst>
      <p:ext uri="{BB962C8B-B14F-4D97-AF65-F5344CB8AC3E}">
        <p14:creationId xmlns:p14="http://schemas.microsoft.com/office/powerpoint/2010/main" val="306061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Rectangle 4">
            <a:extLst>
              <a:ext uri="{FF2B5EF4-FFF2-40B4-BE49-F238E27FC236}">
                <a16:creationId xmlns:a16="http://schemas.microsoft.com/office/drawing/2014/main" id="{BABAB8EE-DC4E-4EFA-B182-E26333643113}"/>
              </a:ext>
            </a:extLst>
          </p:cNvPr>
          <p:cNvSpPr>
            <a:spLocks noGrp="1" noChangeArrowheads="1"/>
          </p:cNvSpPr>
          <p:nvPr>
            <p:ph type="dt" sz="half" idx="10"/>
          </p:nvPr>
        </p:nvSpPr>
        <p:spPr>
          <a:ln/>
        </p:spPr>
        <p:txBody>
          <a:bodyPr/>
          <a:lstStyle>
            <a:lvl1pPr>
              <a:defRPr/>
            </a:lvl1pPr>
          </a:lstStyle>
          <a:p>
            <a:pPr>
              <a:defRPr/>
            </a:pPr>
            <a:r>
              <a:rPr lang="en-US" altLang="en-US"/>
              <a:t>Winter 2026</a:t>
            </a:r>
            <a:endParaRPr lang="en-IE" altLang="en-US"/>
          </a:p>
        </p:txBody>
      </p:sp>
      <p:sp>
        <p:nvSpPr>
          <p:cNvPr id="4" name="Rectangle 5">
            <a:extLst>
              <a:ext uri="{FF2B5EF4-FFF2-40B4-BE49-F238E27FC236}">
                <a16:creationId xmlns:a16="http://schemas.microsoft.com/office/drawing/2014/main" id="{06F91DBD-C2D1-4DAE-9444-724D6372EECC}"/>
              </a:ext>
            </a:extLst>
          </p:cNvPr>
          <p:cNvSpPr>
            <a:spLocks noGrp="1" noChangeArrowheads="1"/>
          </p:cNvSpPr>
          <p:nvPr>
            <p:ph type="ftr" sz="quarter" idx="11"/>
          </p:nvPr>
        </p:nvSpPr>
        <p:spPr>
          <a:ln/>
        </p:spPr>
        <p:txBody>
          <a:bodyPr/>
          <a:lstStyle>
            <a:lvl1pPr>
              <a:defRPr/>
            </a:lvl1pPr>
          </a:lstStyle>
          <a:p>
            <a:pPr>
              <a:defRPr/>
            </a:pPr>
            <a:r>
              <a:rPr lang="en-IE" altLang="en-US"/>
              <a:t>Session 4</a:t>
            </a:r>
          </a:p>
        </p:txBody>
      </p:sp>
      <p:sp>
        <p:nvSpPr>
          <p:cNvPr id="5" name="Rectangle 6">
            <a:extLst>
              <a:ext uri="{FF2B5EF4-FFF2-40B4-BE49-F238E27FC236}">
                <a16:creationId xmlns:a16="http://schemas.microsoft.com/office/drawing/2014/main" id="{9A8368F0-C529-4086-BAD7-26E374DFDF2E}"/>
              </a:ext>
            </a:extLst>
          </p:cNvPr>
          <p:cNvSpPr>
            <a:spLocks noGrp="1" noChangeArrowheads="1"/>
          </p:cNvSpPr>
          <p:nvPr>
            <p:ph type="sldNum" sz="quarter" idx="12"/>
          </p:nvPr>
        </p:nvSpPr>
        <p:spPr>
          <a:ln/>
        </p:spPr>
        <p:txBody>
          <a:bodyPr/>
          <a:lstStyle>
            <a:lvl1pPr>
              <a:defRPr/>
            </a:lvl1pPr>
          </a:lstStyle>
          <a:p>
            <a:fld id="{0358CAD8-78B5-4715-9523-5EB050334FBB}" type="slidenum">
              <a:rPr lang="en-IE" altLang="en-US"/>
              <a:pPr/>
              <a:t>‹#›</a:t>
            </a:fld>
            <a:endParaRPr lang="en-IE" altLang="en-US"/>
          </a:p>
        </p:txBody>
      </p:sp>
    </p:spTree>
    <p:extLst>
      <p:ext uri="{BB962C8B-B14F-4D97-AF65-F5344CB8AC3E}">
        <p14:creationId xmlns:p14="http://schemas.microsoft.com/office/powerpoint/2010/main" val="2177258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ABAB8EE-DC4E-4EFA-B182-E26333643113}"/>
              </a:ext>
            </a:extLst>
          </p:cNvPr>
          <p:cNvSpPr>
            <a:spLocks noGrp="1" noChangeArrowheads="1"/>
          </p:cNvSpPr>
          <p:nvPr>
            <p:ph type="dt" sz="half" idx="10"/>
          </p:nvPr>
        </p:nvSpPr>
        <p:spPr>
          <a:ln/>
        </p:spPr>
        <p:txBody>
          <a:bodyPr/>
          <a:lstStyle>
            <a:lvl1pPr>
              <a:defRPr/>
            </a:lvl1pPr>
          </a:lstStyle>
          <a:p>
            <a:pPr>
              <a:defRPr/>
            </a:pPr>
            <a:r>
              <a:rPr lang="en-US" altLang="en-US"/>
              <a:t>Winter 2026</a:t>
            </a:r>
            <a:endParaRPr lang="en-IE" altLang="en-US"/>
          </a:p>
        </p:txBody>
      </p:sp>
      <p:sp>
        <p:nvSpPr>
          <p:cNvPr id="3" name="Rectangle 5">
            <a:extLst>
              <a:ext uri="{FF2B5EF4-FFF2-40B4-BE49-F238E27FC236}">
                <a16:creationId xmlns:a16="http://schemas.microsoft.com/office/drawing/2014/main" id="{06F91DBD-C2D1-4DAE-9444-724D6372EECC}"/>
              </a:ext>
            </a:extLst>
          </p:cNvPr>
          <p:cNvSpPr>
            <a:spLocks noGrp="1" noChangeArrowheads="1"/>
          </p:cNvSpPr>
          <p:nvPr>
            <p:ph type="ftr" sz="quarter" idx="11"/>
          </p:nvPr>
        </p:nvSpPr>
        <p:spPr>
          <a:ln/>
        </p:spPr>
        <p:txBody>
          <a:bodyPr/>
          <a:lstStyle>
            <a:lvl1pPr>
              <a:defRPr/>
            </a:lvl1pPr>
          </a:lstStyle>
          <a:p>
            <a:pPr>
              <a:defRPr/>
            </a:pPr>
            <a:r>
              <a:rPr lang="en-IE" altLang="en-US"/>
              <a:t>Session 4</a:t>
            </a:r>
          </a:p>
        </p:txBody>
      </p:sp>
      <p:sp>
        <p:nvSpPr>
          <p:cNvPr id="4" name="Rectangle 6">
            <a:extLst>
              <a:ext uri="{FF2B5EF4-FFF2-40B4-BE49-F238E27FC236}">
                <a16:creationId xmlns:a16="http://schemas.microsoft.com/office/drawing/2014/main" id="{9A8368F0-C529-4086-BAD7-26E374DFDF2E}"/>
              </a:ext>
            </a:extLst>
          </p:cNvPr>
          <p:cNvSpPr>
            <a:spLocks noGrp="1" noChangeArrowheads="1"/>
          </p:cNvSpPr>
          <p:nvPr>
            <p:ph type="sldNum" sz="quarter" idx="12"/>
          </p:nvPr>
        </p:nvSpPr>
        <p:spPr>
          <a:ln/>
        </p:spPr>
        <p:txBody>
          <a:bodyPr/>
          <a:lstStyle>
            <a:lvl1pPr>
              <a:defRPr/>
            </a:lvl1pPr>
          </a:lstStyle>
          <a:p>
            <a:fld id="{67A28AD9-E164-47E9-A133-BC0A8A9B8613}" type="slidenum">
              <a:rPr lang="en-IE" altLang="en-US"/>
              <a:pPr/>
              <a:t>‹#›</a:t>
            </a:fld>
            <a:endParaRPr lang="en-IE" altLang="en-US"/>
          </a:p>
        </p:txBody>
      </p:sp>
    </p:spTree>
    <p:extLst>
      <p:ext uri="{BB962C8B-B14F-4D97-AF65-F5344CB8AC3E}">
        <p14:creationId xmlns:p14="http://schemas.microsoft.com/office/powerpoint/2010/main" val="3431900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ABAB8EE-DC4E-4EFA-B182-E26333643113}"/>
              </a:ext>
            </a:extLst>
          </p:cNvPr>
          <p:cNvSpPr>
            <a:spLocks noGrp="1" noChangeArrowheads="1"/>
          </p:cNvSpPr>
          <p:nvPr>
            <p:ph type="dt" sz="half" idx="10"/>
          </p:nvPr>
        </p:nvSpPr>
        <p:spPr>
          <a:ln/>
        </p:spPr>
        <p:txBody>
          <a:bodyPr/>
          <a:lstStyle>
            <a:lvl1pPr>
              <a:defRPr/>
            </a:lvl1pPr>
          </a:lstStyle>
          <a:p>
            <a:pPr>
              <a:defRPr/>
            </a:pPr>
            <a:r>
              <a:rPr lang="en-US" altLang="en-US"/>
              <a:t>Winter 2026</a:t>
            </a:r>
            <a:endParaRPr lang="en-IE" altLang="en-US"/>
          </a:p>
        </p:txBody>
      </p:sp>
      <p:sp>
        <p:nvSpPr>
          <p:cNvPr id="6" name="Rectangle 5">
            <a:extLst>
              <a:ext uri="{FF2B5EF4-FFF2-40B4-BE49-F238E27FC236}">
                <a16:creationId xmlns:a16="http://schemas.microsoft.com/office/drawing/2014/main" id="{06F91DBD-C2D1-4DAE-9444-724D6372EECC}"/>
              </a:ext>
            </a:extLst>
          </p:cNvPr>
          <p:cNvSpPr>
            <a:spLocks noGrp="1" noChangeArrowheads="1"/>
          </p:cNvSpPr>
          <p:nvPr>
            <p:ph type="ftr" sz="quarter" idx="11"/>
          </p:nvPr>
        </p:nvSpPr>
        <p:spPr>
          <a:ln/>
        </p:spPr>
        <p:txBody>
          <a:bodyPr/>
          <a:lstStyle>
            <a:lvl1pPr>
              <a:defRPr/>
            </a:lvl1pPr>
          </a:lstStyle>
          <a:p>
            <a:pPr>
              <a:defRPr/>
            </a:pPr>
            <a:r>
              <a:rPr lang="en-IE" altLang="en-US"/>
              <a:t>Session 4</a:t>
            </a:r>
          </a:p>
        </p:txBody>
      </p:sp>
      <p:sp>
        <p:nvSpPr>
          <p:cNvPr id="7" name="Rectangle 6">
            <a:extLst>
              <a:ext uri="{FF2B5EF4-FFF2-40B4-BE49-F238E27FC236}">
                <a16:creationId xmlns:a16="http://schemas.microsoft.com/office/drawing/2014/main" id="{9A8368F0-C529-4086-BAD7-26E374DFDF2E}"/>
              </a:ext>
            </a:extLst>
          </p:cNvPr>
          <p:cNvSpPr>
            <a:spLocks noGrp="1" noChangeArrowheads="1"/>
          </p:cNvSpPr>
          <p:nvPr>
            <p:ph type="sldNum" sz="quarter" idx="12"/>
          </p:nvPr>
        </p:nvSpPr>
        <p:spPr>
          <a:ln/>
        </p:spPr>
        <p:txBody>
          <a:bodyPr/>
          <a:lstStyle>
            <a:lvl1pPr>
              <a:defRPr/>
            </a:lvl1pPr>
          </a:lstStyle>
          <a:p>
            <a:fld id="{3FF5495F-ABC7-4D7D-AACD-1388F0121A21}" type="slidenum">
              <a:rPr lang="en-IE" altLang="en-US"/>
              <a:pPr/>
              <a:t>‹#›</a:t>
            </a:fld>
            <a:endParaRPr lang="en-IE" altLang="en-US"/>
          </a:p>
        </p:txBody>
      </p:sp>
    </p:spTree>
    <p:extLst>
      <p:ext uri="{BB962C8B-B14F-4D97-AF65-F5344CB8AC3E}">
        <p14:creationId xmlns:p14="http://schemas.microsoft.com/office/powerpoint/2010/main" val="796345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E"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ABAB8EE-DC4E-4EFA-B182-E26333643113}"/>
              </a:ext>
            </a:extLst>
          </p:cNvPr>
          <p:cNvSpPr>
            <a:spLocks noGrp="1" noChangeArrowheads="1"/>
          </p:cNvSpPr>
          <p:nvPr>
            <p:ph type="dt" sz="half" idx="10"/>
          </p:nvPr>
        </p:nvSpPr>
        <p:spPr>
          <a:ln/>
        </p:spPr>
        <p:txBody>
          <a:bodyPr/>
          <a:lstStyle>
            <a:lvl1pPr>
              <a:defRPr/>
            </a:lvl1pPr>
          </a:lstStyle>
          <a:p>
            <a:pPr>
              <a:defRPr/>
            </a:pPr>
            <a:r>
              <a:rPr lang="en-US" altLang="en-US"/>
              <a:t>Winter 2026</a:t>
            </a:r>
            <a:endParaRPr lang="en-IE" altLang="en-US"/>
          </a:p>
        </p:txBody>
      </p:sp>
      <p:sp>
        <p:nvSpPr>
          <p:cNvPr id="6" name="Rectangle 5">
            <a:extLst>
              <a:ext uri="{FF2B5EF4-FFF2-40B4-BE49-F238E27FC236}">
                <a16:creationId xmlns:a16="http://schemas.microsoft.com/office/drawing/2014/main" id="{06F91DBD-C2D1-4DAE-9444-724D6372EECC}"/>
              </a:ext>
            </a:extLst>
          </p:cNvPr>
          <p:cNvSpPr>
            <a:spLocks noGrp="1" noChangeArrowheads="1"/>
          </p:cNvSpPr>
          <p:nvPr>
            <p:ph type="ftr" sz="quarter" idx="11"/>
          </p:nvPr>
        </p:nvSpPr>
        <p:spPr>
          <a:ln/>
        </p:spPr>
        <p:txBody>
          <a:bodyPr/>
          <a:lstStyle>
            <a:lvl1pPr>
              <a:defRPr/>
            </a:lvl1pPr>
          </a:lstStyle>
          <a:p>
            <a:pPr>
              <a:defRPr/>
            </a:pPr>
            <a:r>
              <a:rPr lang="en-IE" altLang="en-US"/>
              <a:t>Session 4</a:t>
            </a:r>
          </a:p>
        </p:txBody>
      </p:sp>
      <p:sp>
        <p:nvSpPr>
          <p:cNvPr id="7" name="Rectangle 6">
            <a:extLst>
              <a:ext uri="{FF2B5EF4-FFF2-40B4-BE49-F238E27FC236}">
                <a16:creationId xmlns:a16="http://schemas.microsoft.com/office/drawing/2014/main" id="{9A8368F0-C529-4086-BAD7-26E374DFDF2E}"/>
              </a:ext>
            </a:extLst>
          </p:cNvPr>
          <p:cNvSpPr>
            <a:spLocks noGrp="1" noChangeArrowheads="1"/>
          </p:cNvSpPr>
          <p:nvPr>
            <p:ph type="sldNum" sz="quarter" idx="12"/>
          </p:nvPr>
        </p:nvSpPr>
        <p:spPr>
          <a:ln/>
        </p:spPr>
        <p:txBody>
          <a:bodyPr/>
          <a:lstStyle>
            <a:lvl1pPr>
              <a:defRPr/>
            </a:lvl1pPr>
          </a:lstStyle>
          <a:p>
            <a:fld id="{7E9A50F8-407A-4F90-8D31-B36F606E59DD}" type="slidenum">
              <a:rPr lang="en-IE" altLang="en-US"/>
              <a:pPr/>
              <a:t>‹#›</a:t>
            </a:fld>
            <a:endParaRPr lang="en-IE" altLang="en-US"/>
          </a:p>
        </p:txBody>
      </p:sp>
    </p:spTree>
    <p:extLst>
      <p:ext uri="{BB962C8B-B14F-4D97-AF65-F5344CB8AC3E}">
        <p14:creationId xmlns:p14="http://schemas.microsoft.com/office/powerpoint/2010/main" val="115560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a:extLst>
              <a:ext uri="{FF2B5EF4-FFF2-40B4-BE49-F238E27FC236}">
                <a16:creationId xmlns:a16="http://schemas.microsoft.com/office/drawing/2014/main" id="{BABAB8EE-DC4E-4EFA-B182-E26333643113}"/>
              </a:ext>
            </a:extLst>
          </p:cNvPr>
          <p:cNvSpPr>
            <a:spLocks noGrp="1" noChangeArrowheads="1"/>
          </p:cNvSpPr>
          <p:nvPr>
            <p:ph type="dt" sz="half" idx="10"/>
          </p:nvPr>
        </p:nvSpPr>
        <p:spPr>
          <a:ln/>
        </p:spPr>
        <p:txBody>
          <a:bodyPr/>
          <a:lstStyle>
            <a:lvl1pPr>
              <a:defRPr/>
            </a:lvl1pPr>
          </a:lstStyle>
          <a:p>
            <a:pPr>
              <a:defRPr/>
            </a:pPr>
            <a:r>
              <a:rPr lang="en-US" altLang="en-US"/>
              <a:t>Winter 2026</a:t>
            </a:r>
            <a:endParaRPr lang="en-IE" altLang="en-US"/>
          </a:p>
        </p:txBody>
      </p:sp>
      <p:sp>
        <p:nvSpPr>
          <p:cNvPr id="5" name="Rectangle 5">
            <a:extLst>
              <a:ext uri="{FF2B5EF4-FFF2-40B4-BE49-F238E27FC236}">
                <a16:creationId xmlns:a16="http://schemas.microsoft.com/office/drawing/2014/main" id="{06F91DBD-C2D1-4DAE-9444-724D6372EECC}"/>
              </a:ext>
            </a:extLst>
          </p:cNvPr>
          <p:cNvSpPr>
            <a:spLocks noGrp="1" noChangeArrowheads="1"/>
          </p:cNvSpPr>
          <p:nvPr>
            <p:ph type="ftr" sz="quarter" idx="11"/>
          </p:nvPr>
        </p:nvSpPr>
        <p:spPr>
          <a:ln/>
        </p:spPr>
        <p:txBody>
          <a:bodyPr/>
          <a:lstStyle>
            <a:lvl1pPr>
              <a:defRPr/>
            </a:lvl1pPr>
          </a:lstStyle>
          <a:p>
            <a:pPr>
              <a:defRPr/>
            </a:pPr>
            <a:r>
              <a:rPr lang="en-IE" altLang="en-US"/>
              <a:t>Session 4</a:t>
            </a:r>
          </a:p>
        </p:txBody>
      </p:sp>
      <p:sp>
        <p:nvSpPr>
          <p:cNvPr id="6" name="Rectangle 6">
            <a:extLst>
              <a:ext uri="{FF2B5EF4-FFF2-40B4-BE49-F238E27FC236}">
                <a16:creationId xmlns:a16="http://schemas.microsoft.com/office/drawing/2014/main" id="{9A8368F0-C529-4086-BAD7-26E374DFDF2E}"/>
              </a:ext>
            </a:extLst>
          </p:cNvPr>
          <p:cNvSpPr>
            <a:spLocks noGrp="1" noChangeArrowheads="1"/>
          </p:cNvSpPr>
          <p:nvPr>
            <p:ph type="sldNum" sz="quarter" idx="12"/>
          </p:nvPr>
        </p:nvSpPr>
        <p:spPr>
          <a:ln/>
        </p:spPr>
        <p:txBody>
          <a:bodyPr/>
          <a:lstStyle>
            <a:lvl1pPr>
              <a:defRPr/>
            </a:lvl1pPr>
          </a:lstStyle>
          <a:p>
            <a:fld id="{76A2425E-98D4-4FBF-AF67-8C9D6C7FC7FE}" type="slidenum">
              <a:rPr lang="en-IE" altLang="en-US"/>
              <a:pPr/>
              <a:t>‹#›</a:t>
            </a:fld>
            <a:endParaRPr lang="en-IE" altLang="en-US"/>
          </a:p>
        </p:txBody>
      </p:sp>
    </p:spTree>
    <p:extLst>
      <p:ext uri="{BB962C8B-B14F-4D97-AF65-F5344CB8AC3E}">
        <p14:creationId xmlns:p14="http://schemas.microsoft.com/office/powerpoint/2010/main" val="47722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88913"/>
            <a:ext cx="2743200" cy="5942012"/>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609600" y="188913"/>
            <a:ext cx="8026400" cy="59420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a:extLst>
              <a:ext uri="{FF2B5EF4-FFF2-40B4-BE49-F238E27FC236}">
                <a16:creationId xmlns:a16="http://schemas.microsoft.com/office/drawing/2014/main" id="{BABAB8EE-DC4E-4EFA-B182-E26333643113}"/>
              </a:ext>
            </a:extLst>
          </p:cNvPr>
          <p:cNvSpPr>
            <a:spLocks noGrp="1" noChangeArrowheads="1"/>
          </p:cNvSpPr>
          <p:nvPr>
            <p:ph type="dt" sz="half" idx="10"/>
          </p:nvPr>
        </p:nvSpPr>
        <p:spPr>
          <a:ln/>
        </p:spPr>
        <p:txBody>
          <a:bodyPr/>
          <a:lstStyle>
            <a:lvl1pPr>
              <a:defRPr/>
            </a:lvl1pPr>
          </a:lstStyle>
          <a:p>
            <a:pPr>
              <a:defRPr/>
            </a:pPr>
            <a:r>
              <a:rPr lang="en-US" altLang="en-US"/>
              <a:t>Winter 2026</a:t>
            </a:r>
            <a:endParaRPr lang="en-IE" altLang="en-US"/>
          </a:p>
        </p:txBody>
      </p:sp>
      <p:sp>
        <p:nvSpPr>
          <p:cNvPr id="5" name="Rectangle 5">
            <a:extLst>
              <a:ext uri="{FF2B5EF4-FFF2-40B4-BE49-F238E27FC236}">
                <a16:creationId xmlns:a16="http://schemas.microsoft.com/office/drawing/2014/main" id="{06F91DBD-C2D1-4DAE-9444-724D6372EECC}"/>
              </a:ext>
            </a:extLst>
          </p:cNvPr>
          <p:cNvSpPr>
            <a:spLocks noGrp="1" noChangeArrowheads="1"/>
          </p:cNvSpPr>
          <p:nvPr>
            <p:ph type="ftr" sz="quarter" idx="11"/>
          </p:nvPr>
        </p:nvSpPr>
        <p:spPr>
          <a:ln/>
        </p:spPr>
        <p:txBody>
          <a:bodyPr/>
          <a:lstStyle>
            <a:lvl1pPr>
              <a:defRPr/>
            </a:lvl1pPr>
          </a:lstStyle>
          <a:p>
            <a:pPr>
              <a:defRPr/>
            </a:pPr>
            <a:r>
              <a:rPr lang="en-IE" altLang="en-US"/>
              <a:t>Session 4</a:t>
            </a:r>
          </a:p>
        </p:txBody>
      </p:sp>
      <p:sp>
        <p:nvSpPr>
          <p:cNvPr id="6" name="Rectangle 6">
            <a:extLst>
              <a:ext uri="{FF2B5EF4-FFF2-40B4-BE49-F238E27FC236}">
                <a16:creationId xmlns:a16="http://schemas.microsoft.com/office/drawing/2014/main" id="{9A8368F0-C529-4086-BAD7-26E374DFDF2E}"/>
              </a:ext>
            </a:extLst>
          </p:cNvPr>
          <p:cNvSpPr>
            <a:spLocks noGrp="1" noChangeArrowheads="1"/>
          </p:cNvSpPr>
          <p:nvPr>
            <p:ph type="sldNum" sz="quarter" idx="12"/>
          </p:nvPr>
        </p:nvSpPr>
        <p:spPr>
          <a:ln/>
        </p:spPr>
        <p:txBody>
          <a:bodyPr/>
          <a:lstStyle>
            <a:lvl1pPr>
              <a:defRPr/>
            </a:lvl1pPr>
          </a:lstStyle>
          <a:p>
            <a:fld id="{E790B3FF-503E-44DE-B03C-217DF22481CF}" type="slidenum">
              <a:rPr lang="en-IE" altLang="en-US"/>
              <a:pPr/>
              <a:t>‹#›</a:t>
            </a:fld>
            <a:endParaRPr lang="en-IE" altLang="en-US"/>
          </a:p>
        </p:txBody>
      </p:sp>
    </p:spTree>
    <p:extLst>
      <p:ext uri="{BB962C8B-B14F-4D97-AF65-F5344CB8AC3E}">
        <p14:creationId xmlns:p14="http://schemas.microsoft.com/office/powerpoint/2010/main" val="720785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188913"/>
            <a:ext cx="10972800" cy="647700"/>
          </a:xfrm>
        </p:spPr>
        <p:txBody>
          <a:bodyPr/>
          <a:lstStyle/>
          <a:p>
            <a:r>
              <a:rPr lang="en-US"/>
              <a:t>Click to edit Master title style</a:t>
            </a:r>
            <a:endParaRPr lang="en-IE"/>
          </a:p>
        </p:txBody>
      </p:sp>
      <p:sp>
        <p:nvSpPr>
          <p:cNvPr id="3" name="Table Placeholder 2"/>
          <p:cNvSpPr>
            <a:spLocks noGrp="1"/>
          </p:cNvSpPr>
          <p:nvPr>
            <p:ph type="tbl" idx="1"/>
          </p:nvPr>
        </p:nvSpPr>
        <p:spPr>
          <a:xfrm>
            <a:off x="609600" y="908050"/>
            <a:ext cx="10972800" cy="5222875"/>
          </a:xfrm>
        </p:spPr>
        <p:txBody>
          <a:bodyPr/>
          <a:lstStyle/>
          <a:p>
            <a:pPr lvl="0"/>
            <a:endParaRPr lang="en-IE" noProof="0"/>
          </a:p>
        </p:txBody>
      </p:sp>
      <p:sp>
        <p:nvSpPr>
          <p:cNvPr id="4" name="Rectangle 4">
            <a:extLst>
              <a:ext uri="{FF2B5EF4-FFF2-40B4-BE49-F238E27FC236}">
                <a16:creationId xmlns:a16="http://schemas.microsoft.com/office/drawing/2014/main" id="{BABAB8EE-DC4E-4EFA-B182-E26333643113}"/>
              </a:ext>
            </a:extLst>
          </p:cNvPr>
          <p:cNvSpPr>
            <a:spLocks noGrp="1" noChangeArrowheads="1"/>
          </p:cNvSpPr>
          <p:nvPr>
            <p:ph type="dt" sz="half" idx="10"/>
          </p:nvPr>
        </p:nvSpPr>
        <p:spPr>
          <a:ln/>
        </p:spPr>
        <p:txBody>
          <a:bodyPr/>
          <a:lstStyle>
            <a:lvl1pPr>
              <a:defRPr/>
            </a:lvl1pPr>
          </a:lstStyle>
          <a:p>
            <a:pPr>
              <a:defRPr/>
            </a:pPr>
            <a:r>
              <a:rPr lang="en-US" altLang="en-US"/>
              <a:t>Winter 2026</a:t>
            </a:r>
            <a:endParaRPr lang="en-IE" altLang="en-US"/>
          </a:p>
        </p:txBody>
      </p:sp>
      <p:sp>
        <p:nvSpPr>
          <p:cNvPr id="5" name="Rectangle 5">
            <a:extLst>
              <a:ext uri="{FF2B5EF4-FFF2-40B4-BE49-F238E27FC236}">
                <a16:creationId xmlns:a16="http://schemas.microsoft.com/office/drawing/2014/main" id="{06F91DBD-C2D1-4DAE-9444-724D6372EECC}"/>
              </a:ext>
            </a:extLst>
          </p:cNvPr>
          <p:cNvSpPr>
            <a:spLocks noGrp="1" noChangeArrowheads="1"/>
          </p:cNvSpPr>
          <p:nvPr>
            <p:ph type="ftr" sz="quarter" idx="11"/>
          </p:nvPr>
        </p:nvSpPr>
        <p:spPr>
          <a:ln/>
        </p:spPr>
        <p:txBody>
          <a:bodyPr/>
          <a:lstStyle>
            <a:lvl1pPr>
              <a:defRPr/>
            </a:lvl1pPr>
          </a:lstStyle>
          <a:p>
            <a:pPr>
              <a:defRPr/>
            </a:pPr>
            <a:r>
              <a:rPr lang="en-IE" altLang="en-US"/>
              <a:t>Session 4</a:t>
            </a:r>
          </a:p>
        </p:txBody>
      </p:sp>
      <p:sp>
        <p:nvSpPr>
          <p:cNvPr id="6" name="Rectangle 6">
            <a:extLst>
              <a:ext uri="{FF2B5EF4-FFF2-40B4-BE49-F238E27FC236}">
                <a16:creationId xmlns:a16="http://schemas.microsoft.com/office/drawing/2014/main" id="{9A8368F0-C529-4086-BAD7-26E374DFDF2E}"/>
              </a:ext>
            </a:extLst>
          </p:cNvPr>
          <p:cNvSpPr>
            <a:spLocks noGrp="1" noChangeArrowheads="1"/>
          </p:cNvSpPr>
          <p:nvPr>
            <p:ph type="sldNum" sz="quarter" idx="12"/>
          </p:nvPr>
        </p:nvSpPr>
        <p:spPr>
          <a:ln/>
        </p:spPr>
        <p:txBody>
          <a:bodyPr/>
          <a:lstStyle>
            <a:lvl1pPr>
              <a:defRPr/>
            </a:lvl1pPr>
          </a:lstStyle>
          <a:p>
            <a:fld id="{ACD60EC2-F83B-4EA5-89D7-D13ADD964D29}" type="slidenum">
              <a:rPr lang="en-IE" altLang="en-US"/>
              <a:pPr/>
              <a:t>‹#›</a:t>
            </a:fld>
            <a:endParaRPr lang="en-IE" altLang="en-US"/>
          </a:p>
        </p:txBody>
      </p:sp>
    </p:spTree>
    <p:extLst>
      <p:ext uri="{BB962C8B-B14F-4D97-AF65-F5344CB8AC3E}">
        <p14:creationId xmlns:p14="http://schemas.microsoft.com/office/powerpoint/2010/main" val="41125979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Rectangle 11"/>
          <p:cNvSpPr>
            <a:spLocks noGrp="1" noChangeArrowheads="1"/>
          </p:cNvSpPr>
          <p:nvPr>
            <p:ph type="dt" sz="half" idx="10"/>
          </p:nvPr>
        </p:nvSpPr>
        <p:spPr>
          <a:ln/>
        </p:spPr>
        <p:txBody>
          <a:bodyPr/>
          <a:lstStyle>
            <a:lvl1pPr>
              <a:defRPr/>
            </a:lvl1pPr>
          </a:lstStyle>
          <a:p>
            <a:pPr>
              <a:defRPr/>
            </a:pPr>
            <a:r>
              <a:rPr lang="en-US"/>
              <a:t>Winter 2026</a:t>
            </a:r>
          </a:p>
        </p:txBody>
      </p:sp>
      <p:sp>
        <p:nvSpPr>
          <p:cNvPr id="4" name="Rectangle 12"/>
          <p:cNvSpPr>
            <a:spLocks noGrp="1" noChangeArrowheads="1"/>
          </p:cNvSpPr>
          <p:nvPr>
            <p:ph type="ftr" sz="quarter" idx="11"/>
          </p:nvPr>
        </p:nvSpPr>
        <p:spPr>
          <a:ln/>
        </p:spPr>
        <p:txBody>
          <a:bodyPr/>
          <a:lstStyle>
            <a:lvl1pPr>
              <a:defRPr/>
            </a:lvl1pPr>
          </a:lstStyle>
          <a:p>
            <a:pPr>
              <a:defRPr/>
            </a:pPr>
            <a:r>
              <a:rPr lang="en-US"/>
              <a:t>Session 4</a:t>
            </a:r>
          </a:p>
        </p:txBody>
      </p:sp>
      <p:sp>
        <p:nvSpPr>
          <p:cNvPr id="5" name="Rectangle 13"/>
          <p:cNvSpPr>
            <a:spLocks noGrp="1" noChangeArrowheads="1"/>
          </p:cNvSpPr>
          <p:nvPr>
            <p:ph type="sldNum" sz="quarter" idx="12"/>
          </p:nvPr>
        </p:nvSpPr>
        <p:spPr>
          <a:ln/>
        </p:spPr>
        <p:txBody>
          <a:bodyPr/>
          <a:lstStyle>
            <a:lvl1pPr>
              <a:defRPr/>
            </a:lvl1pPr>
          </a:lstStyle>
          <a:p>
            <a:fld id="{A951CFBA-08CB-45A1-9985-EF82ADAB394E}" type="slidenum">
              <a:rPr lang="en-US" altLang="en-US"/>
              <a:pPr/>
              <a:t>‹#›</a:t>
            </a:fld>
            <a:endParaRPr lang="en-US" altLang="en-US"/>
          </a:p>
        </p:txBody>
      </p:sp>
    </p:spTree>
    <p:extLst>
      <p:ext uri="{BB962C8B-B14F-4D97-AF65-F5344CB8AC3E}">
        <p14:creationId xmlns:p14="http://schemas.microsoft.com/office/powerpoint/2010/main" val="17538004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r>
              <a:rPr lang="en-US"/>
              <a:t>Winter 2026</a:t>
            </a:r>
          </a:p>
        </p:txBody>
      </p:sp>
      <p:sp>
        <p:nvSpPr>
          <p:cNvPr id="3" name="Rectangle 12"/>
          <p:cNvSpPr>
            <a:spLocks noGrp="1" noChangeArrowheads="1"/>
          </p:cNvSpPr>
          <p:nvPr>
            <p:ph type="ftr" sz="quarter" idx="11"/>
          </p:nvPr>
        </p:nvSpPr>
        <p:spPr>
          <a:ln/>
        </p:spPr>
        <p:txBody>
          <a:bodyPr/>
          <a:lstStyle>
            <a:lvl1pPr>
              <a:defRPr/>
            </a:lvl1pPr>
          </a:lstStyle>
          <a:p>
            <a:pPr>
              <a:defRPr/>
            </a:pPr>
            <a:r>
              <a:rPr lang="en-US"/>
              <a:t>Session 4</a:t>
            </a:r>
          </a:p>
        </p:txBody>
      </p:sp>
      <p:sp>
        <p:nvSpPr>
          <p:cNvPr id="4" name="Rectangle 13"/>
          <p:cNvSpPr>
            <a:spLocks noGrp="1" noChangeArrowheads="1"/>
          </p:cNvSpPr>
          <p:nvPr>
            <p:ph type="sldNum" sz="quarter" idx="12"/>
          </p:nvPr>
        </p:nvSpPr>
        <p:spPr>
          <a:ln/>
        </p:spPr>
        <p:txBody>
          <a:bodyPr/>
          <a:lstStyle>
            <a:lvl1pPr>
              <a:defRPr/>
            </a:lvl1pPr>
          </a:lstStyle>
          <a:p>
            <a:fld id="{250D0ED3-58A7-486F-9C46-12B8D0584003}" type="slidenum">
              <a:rPr lang="en-US" altLang="en-US"/>
              <a:pPr/>
              <a:t>‹#›</a:t>
            </a:fld>
            <a:endParaRPr lang="en-US" altLang="en-US"/>
          </a:p>
        </p:txBody>
      </p:sp>
    </p:spTree>
    <p:extLst>
      <p:ext uri="{BB962C8B-B14F-4D97-AF65-F5344CB8AC3E}">
        <p14:creationId xmlns:p14="http://schemas.microsoft.com/office/powerpoint/2010/main" val="16620006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E" dirty="0"/>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4" name="Rectangle 11"/>
          <p:cNvSpPr>
            <a:spLocks noGrp="1" noChangeArrowheads="1"/>
          </p:cNvSpPr>
          <p:nvPr>
            <p:ph type="dt" sz="half" idx="10"/>
          </p:nvPr>
        </p:nvSpPr>
        <p:spPr>
          <a:ln/>
        </p:spPr>
        <p:txBody>
          <a:bodyPr/>
          <a:lstStyle>
            <a:lvl1pPr>
              <a:defRPr/>
            </a:lvl1pPr>
          </a:lstStyle>
          <a:p>
            <a:pPr>
              <a:defRPr/>
            </a:pPr>
            <a:r>
              <a:rPr lang="en-US"/>
              <a:t>Winter 2026</a:t>
            </a:r>
            <a:endParaRPr lang="en-US" dirty="0"/>
          </a:p>
        </p:txBody>
      </p:sp>
      <p:sp>
        <p:nvSpPr>
          <p:cNvPr id="5" name="Rectangle 12"/>
          <p:cNvSpPr>
            <a:spLocks noGrp="1" noChangeArrowheads="1"/>
          </p:cNvSpPr>
          <p:nvPr>
            <p:ph type="ftr" sz="quarter" idx="11"/>
          </p:nvPr>
        </p:nvSpPr>
        <p:spPr>
          <a:ln/>
        </p:spPr>
        <p:txBody>
          <a:bodyPr/>
          <a:lstStyle>
            <a:lvl1pPr>
              <a:defRPr/>
            </a:lvl1pPr>
          </a:lstStyle>
          <a:p>
            <a:pPr>
              <a:defRPr/>
            </a:pPr>
            <a:r>
              <a:rPr lang="en-US"/>
              <a:t>Session 4</a:t>
            </a:r>
          </a:p>
        </p:txBody>
      </p:sp>
      <p:sp>
        <p:nvSpPr>
          <p:cNvPr id="6" name="Rectangle 13"/>
          <p:cNvSpPr>
            <a:spLocks noGrp="1" noChangeArrowheads="1"/>
          </p:cNvSpPr>
          <p:nvPr>
            <p:ph type="sldNum" sz="quarter" idx="12"/>
          </p:nvPr>
        </p:nvSpPr>
        <p:spPr>
          <a:ln/>
        </p:spPr>
        <p:txBody>
          <a:bodyPr/>
          <a:lstStyle>
            <a:lvl1pPr>
              <a:defRPr/>
            </a:lvl1pPr>
          </a:lstStyle>
          <a:p>
            <a:fld id="{8ED4263E-8DEB-43AE-B3A3-53F686D36AB5}" type="slidenum">
              <a:rPr lang="en-US" altLang="en-US"/>
              <a:pPr/>
              <a:t>‹#›</a:t>
            </a:fld>
            <a:endParaRPr lang="en-US" altLang="en-US"/>
          </a:p>
        </p:txBody>
      </p:sp>
    </p:spTree>
    <p:extLst>
      <p:ext uri="{BB962C8B-B14F-4D97-AF65-F5344CB8AC3E}">
        <p14:creationId xmlns:p14="http://schemas.microsoft.com/office/powerpoint/2010/main" val="3529918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188913"/>
            <a:ext cx="109728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IE" altLang="en-US"/>
              <a:t>Click to edit Master title style</a:t>
            </a:r>
          </a:p>
        </p:txBody>
      </p:sp>
      <p:sp>
        <p:nvSpPr>
          <p:cNvPr id="1027" name="Rectangle 3"/>
          <p:cNvSpPr>
            <a:spLocks noGrp="1" noChangeArrowheads="1"/>
          </p:cNvSpPr>
          <p:nvPr>
            <p:ph type="body" idx="1"/>
          </p:nvPr>
        </p:nvSpPr>
        <p:spPr bwMode="auto">
          <a:xfrm>
            <a:off x="609600" y="908050"/>
            <a:ext cx="10972800" cy="522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IE" altLang="en-US"/>
              <a:t>Click to edit Master text styles</a:t>
            </a:r>
          </a:p>
          <a:p>
            <a:pPr lvl="1"/>
            <a:r>
              <a:rPr lang="en-IE" altLang="en-US"/>
              <a:t>Second level</a:t>
            </a:r>
          </a:p>
          <a:p>
            <a:pPr lvl="2"/>
            <a:r>
              <a:rPr lang="en-IE" altLang="en-US"/>
              <a:t>Third level</a:t>
            </a:r>
          </a:p>
          <a:p>
            <a:pPr lvl="3"/>
            <a:r>
              <a:rPr lang="en-IE" altLang="en-US"/>
              <a:t>Fourth level</a:t>
            </a:r>
          </a:p>
          <a:p>
            <a:pPr lvl="4"/>
            <a:r>
              <a:rPr lang="en-IE" altLang="en-US"/>
              <a:t>Fifth level</a:t>
            </a:r>
          </a:p>
        </p:txBody>
      </p:sp>
      <p:sp>
        <p:nvSpPr>
          <p:cNvPr id="15364" name="Rectangle 4">
            <a:extLst>
              <a:ext uri="{FF2B5EF4-FFF2-40B4-BE49-F238E27FC236}">
                <a16:creationId xmlns:a16="http://schemas.microsoft.com/office/drawing/2014/main" id="{BABAB8EE-DC4E-4EFA-B182-E26333643113}"/>
              </a:ext>
            </a:extLst>
          </p:cNvPr>
          <p:cNvSpPr>
            <a:spLocks noGrp="1" noChangeArrowheads="1"/>
          </p:cNvSpPr>
          <p:nvPr>
            <p:ph type="dt" sz="half" idx="2"/>
          </p:nvPr>
        </p:nvSpPr>
        <p:spPr bwMode="auto">
          <a:xfrm>
            <a:off x="609600" y="6243638"/>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000">
                <a:latin typeface="Arial" charset="0"/>
                <a:cs typeface="Arial" charset="0"/>
              </a:defRPr>
            </a:lvl1pPr>
          </a:lstStyle>
          <a:p>
            <a:pPr>
              <a:defRPr/>
            </a:pPr>
            <a:r>
              <a:rPr lang="en-US" altLang="en-US"/>
              <a:t>Winter 2026</a:t>
            </a:r>
            <a:endParaRPr lang="en-IE" altLang="en-US"/>
          </a:p>
        </p:txBody>
      </p:sp>
      <p:sp>
        <p:nvSpPr>
          <p:cNvPr id="15365" name="Rectangle 5">
            <a:extLst>
              <a:ext uri="{FF2B5EF4-FFF2-40B4-BE49-F238E27FC236}">
                <a16:creationId xmlns:a16="http://schemas.microsoft.com/office/drawing/2014/main" id="{06F91DBD-C2D1-4DAE-9444-724D6372EECC}"/>
              </a:ext>
            </a:extLst>
          </p:cNvPr>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000">
                <a:latin typeface="Arial" charset="0"/>
                <a:cs typeface="Arial" charset="0"/>
              </a:defRPr>
            </a:lvl1pPr>
          </a:lstStyle>
          <a:p>
            <a:pPr>
              <a:defRPr/>
            </a:pPr>
            <a:r>
              <a:rPr lang="en-IE" altLang="en-US"/>
              <a:t>Session 4</a:t>
            </a:r>
          </a:p>
        </p:txBody>
      </p:sp>
      <p:sp>
        <p:nvSpPr>
          <p:cNvPr id="15366" name="Rectangle 6">
            <a:extLst>
              <a:ext uri="{FF2B5EF4-FFF2-40B4-BE49-F238E27FC236}">
                <a16:creationId xmlns:a16="http://schemas.microsoft.com/office/drawing/2014/main" id="{9A8368F0-C529-4086-BAD7-26E374DFDF2E}"/>
              </a:ext>
            </a:extLst>
          </p:cNvPr>
          <p:cNvSpPr>
            <a:spLocks noGrp="1" noChangeArrowheads="1"/>
          </p:cNvSpPr>
          <p:nvPr>
            <p:ph type="sldNum" sz="quarter" idx="4"/>
          </p:nvPr>
        </p:nvSpPr>
        <p:spPr bwMode="auto">
          <a:xfrm>
            <a:off x="8737600" y="6243638"/>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000"/>
            </a:lvl1pPr>
          </a:lstStyle>
          <a:p>
            <a:fld id="{03B3636E-62EF-4D06-B875-1EED8D9631B0}" type="slidenum">
              <a:rPr lang="en-IE" altLang="en-US"/>
              <a:pPr/>
              <a:t>‹#›</a:t>
            </a:fld>
            <a:endParaRPr lang="en-IE" altLang="en-US"/>
          </a:p>
        </p:txBody>
      </p:sp>
      <p:sp>
        <p:nvSpPr>
          <p:cNvPr id="1031" name="Freeform 7"/>
          <p:cNvSpPr>
            <a:spLocks noChangeArrowheads="1"/>
          </p:cNvSpPr>
          <p:nvPr/>
        </p:nvSpPr>
        <p:spPr bwMode="auto">
          <a:xfrm>
            <a:off x="508000" y="228600"/>
            <a:ext cx="109728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E"/>
          </a:p>
        </p:txBody>
      </p:sp>
      <p:sp>
        <p:nvSpPr>
          <p:cNvPr id="1032" name="Line 8"/>
          <p:cNvSpPr>
            <a:spLocks noChangeShapeType="1"/>
          </p:cNvSpPr>
          <p:nvPr/>
        </p:nvSpPr>
        <p:spPr bwMode="auto">
          <a:xfrm>
            <a:off x="609600" y="6172200"/>
            <a:ext cx="109728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Tree>
  </p:cSld>
  <p:clrMap bg1="lt1" tx1="dk1" bg2="lt2" tx2="dk2" accent1="accent1" accent2="accent2" accent3="accent3" accent4="accent4" accent5="accent5" accent6="accent6" hlink="hlink" folHlink="folHlink"/>
  <p:sldLayoutIdLst>
    <p:sldLayoutId id="2147483879"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Lst>
  <p:hf hdr="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charset="0"/>
          <a:cs typeface="Arial" charset="0"/>
        </a:defRPr>
      </a:lvl2pPr>
      <a:lvl3pPr algn="l" rtl="0" eaLnBrk="0" fontAlgn="base" hangingPunct="0">
        <a:spcBef>
          <a:spcPct val="0"/>
        </a:spcBef>
        <a:spcAft>
          <a:spcPct val="0"/>
        </a:spcAft>
        <a:defRPr sz="3600">
          <a:solidFill>
            <a:schemeClr val="tx2"/>
          </a:solidFill>
          <a:latin typeface="Arial" charset="0"/>
          <a:cs typeface="Arial" charset="0"/>
        </a:defRPr>
      </a:lvl3pPr>
      <a:lvl4pPr algn="l" rtl="0" eaLnBrk="0" fontAlgn="base" hangingPunct="0">
        <a:spcBef>
          <a:spcPct val="0"/>
        </a:spcBef>
        <a:spcAft>
          <a:spcPct val="0"/>
        </a:spcAft>
        <a:defRPr sz="3600">
          <a:solidFill>
            <a:schemeClr val="tx2"/>
          </a:solidFill>
          <a:latin typeface="Arial" charset="0"/>
          <a:cs typeface="Arial" charset="0"/>
        </a:defRPr>
      </a:lvl4pPr>
      <a:lvl5pPr algn="l" rtl="0" eaLnBrk="0" fontAlgn="base" hangingPunct="0">
        <a:spcBef>
          <a:spcPct val="0"/>
        </a:spcBef>
        <a:spcAft>
          <a:spcPct val="0"/>
        </a:spcAft>
        <a:defRPr sz="3600">
          <a:solidFill>
            <a:schemeClr val="tx2"/>
          </a:solidFill>
          <a:latin typeface="Arial" charset="0"/>
          <a:cs typeface="Arial" charset="0"/>
        </a:defRPr>
      </a:lvl5pPr>
      <a:lvl6pPr marL="457200" algn="l" rtl="0" fontAlgn="base">
        <a:spcBef>
          <a:spcPct val="0"/>
        </a:spcBef>
        <a:spcAft>
          <a:spcPct val="0"/>
        </a:spcAft>
        <a:defRPr sz="3600">
          <a:solidFill>
            <a:schemeClr val="tx2"/>
          </a:solidFill>
          <a:latin typeface="Arial" charset="0"/>
          <a:cs typeface="Arial" charset="0"/>
        </a:defRPr>
      </a:lvl6pPr>
      <a:lvl7pPr marL="914400" algn="l" rtl="0" fontAlgn="base">
        <a:spcBef>
          <a:spcPct val="0"/>
        </a:spcBef>
        <a:spcAft>
          <a:spcPct val="0"/>
        </a:spcAft>
        <a:defRPr sz="3600">
          <a:solidFill>
            <a:schemeClr val="tx2"/>
          </a:solidFill>
          <a:latin typeface="Arial" charset="0"/>
          <a:cs typeface="Arial" charset="0"/>
        </a:defRPr>
      </a:lvl7pPr>
      <a:lvl8pPr marL="1371600" algn="l" rtl="0" fontAlgn="base">
        <a:spcBef>
          <a:spcPct val="0"/>
        </a:spcBef>
        <a:spcAft>
          <a:spcPct val="0"/>
        </a:spcAft>
        <a:defRPr sz="3600">
          <a:solidFill>
            <a:schemeClr val="tx2"/>
          </a:solidFill>
          <a:latin typeface="Arial" charset="0"/>
          <a:cs typeface="Arial" charset="0"/>
        </a:defRPr>
      </a:lvl8pPr>
      <a:lvl9pPr marL="1828800" algn="l" rtl="0" fontAlgn="base">
        <a:spcBef>
          <a:spcPct val="0"/>
        </a:spcBef>
        <a:spcAft>
          <a:spcPct val="0"/>
        </a:spcAft>
        <a:defRPr sz="36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cs typeface="+mn-cs"/>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cs typeface="+mn-cs"/>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cs typeface="+mn-cs"/>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370417" y="260351"/>
            <a:ext cx="58420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GB" altLang="en-US" sz="2400"/>
          </a:p>
        </p:txBody>
      </p:sp>
      <p:sp>
        <p:nvSpPr>
          <p:cNvPr id="1027" name="Rectangle 3"/>
          <p:cNvSpPr>
            <a:spLocks noChangeArrowheads="1"/>
          </p:cNvSpPr>
          <p:nvPr/>
        </p:nvSpPr>
        <p:spPr bwMode="ltGray">
          <a:xfrm>
            <a:off x="880534" y="260351"/>
            <a:ext cx="438151"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GB" altLang="en-US" sz="2400"/>
          </a:p>
        </p:txBody>
      </p:sp>
      <p:sp>
        <p:nvSpPr>
          <p:cNvPr id="1028" name="Rectangle 4"/>
          <p:cNvSpPr>
            <a:spLocks noChangeArrowheads="1"/>
          </p:cNvSpPr>
          <p:nvPr/>
        </p:nvSpPr>
        <p:spPr bwMode="ltGray">
          <a:xfrm>
            <a:off x="535518" y="682626"/>
            <a:ext cx="563033"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GB" altLang="en-US" sz="2400"/>
          </a:p>
        </p:txBody>
      </p:sp>
      <p:sp>
        <p:nvSpPr>
          <p:cNvPr id="1029" name="Rectangle 5"/>
          <p:cNvSpPr>
            <a:spLocks noChangeArrowheads="1"/>
          </p:cNvSpPr>
          <p:nvPr/>
        </p:nvSpPr>
        <p:spPr bwMode="ltGray">
          <a:xfrm>
            <a:off x="1028700" y="682626"/>
            <a:ext cx="491067"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GB" altLang="en-US" sz="2400"/>
          </a:p>
        </p:txBody>
      </p:sp>
      <p:sp>
        <p:nvSpPr>
          <p:cNvPr id="1030" name="Rectangle 6"/>
          <p:cNvSpPr>
            <a:spLocks noChangeArrowheads="1"/>
          </p:cNvSpPr>
          <p:nvPr/>
        </p:nvSpPr>
        <p:spPr bwMode="ltGray">
          <a:xfrm>
            <a:off x="220133" y="977901"/>
            <a:ext cx="747184"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GB" altLang="en-US" sz="2400"/>
          </a:p>
        </p:txBody>
      </p:sp>
      <p:sp>
        <p:nvSpPr>
          <p:cNvPr id="1031" name="Rectangle 7"/>
          <p:cNvSpPr>
            <a:spLocks noChangeArrowheads="1"/>
          </p:cNvSpPr>
          <p:nvPr/>
        </p:nvSpPr>
        <p:spPr bwMode="gray">
          <a:xfrm>
            <a:off x="829734" y="152401"/>
            <a:ext cx="42333"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GB" altLang="en-US" sz="2400"/>
          </a:p>
        </p:txBody>
      </p:sp>
      <p:sp>
        <p:nvSpPr>
          <p:cNvPr id="1032" name="Rectangle 8"/>
          <p:cNvSpPr>
            <a:spLocks noChangeArrowheads="1"/>
          </p:cNvSpPr>
          <p:nvPr/>
        </p:nvSpPr>
        <p:spPr bwMode="gray">
          <a:xfrm>
            <a:off x="404285" y="942975"/>
            <a:ext cx="10968567"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GB" altLang="en-US" sz="2400"/>
          </a:p>
        </p:txBody>
      </p:sp>
      <p:sp>
        <p:nvSpPr>
          <p:cNvPr id="1033" name="Rectangle 9"/>
          <p:cNvSpPr>
            <a:spLocks noGrp="1" noChangeArrowheads="1"/>
          </p:cNvSpPr>
          <p:nvPr>
            <p:ph type="title"/>
          </p:nvPr>
        </p:nvSpPr>
        <p:spPr bwMode="auto">
          <a:xfrm>
            <a:off x="1212851" y="176214"/>
            <a:ext cx="10729383" cy="80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p:cNvSpPr>
            <a:spLocks noGrp="1" noChangeArrowheads="1"/>
          </p:cNvSpPr>
          <p:nvPr>
            <p:ph type="body" idx="1"/>
          </p:nvPr>
        </p:nvSpPr>
        <p:spPr bwMode="auto">
          <a:xfrm>
            <a:off x="628651" y="1192213"/>
            <a:ext cx="11311467" cy="494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69355" name="Rectangle 11"/>
          <p:cNvSpPr>
            <a:spLocks noGrp="1" noChangeArrowheads="1"/>
          </p:cNvSpPr>
          <p:nvPr>
            <p:ph type="dt" sz="half" idx="2"/>
          </p:nvPr>
        </p:nvSpPr>
        <p:spPr bwMode="auto">
          <a:xfrm>
            <a:off x="567267" y="6218238"/>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a:latin typeface="+mj-lt"/>
              </a:defRPr>
            </a:lvl1pPr>
          </a:lstStyle>
          <a:p>
            <a:pPr>
              <a:defRPr/>
            </a:pPr>
            <a:r>
              <a:rPr lang="en-US"/>
              <a:t>Winter 2026</a:t>
            </a:r>
            <a:endParaRPr lang="en-US" dirty="0"/>
          </a:p>
        </p:txBody>
      </p:sp>
      <p:sp>
        <p:nvSpPr>
          <p:cNvPr id="569356" name="Rectangle 12"/>
          <p:cNvSpPr>
            <a:spLocks noGrp="1" noChangeArrowheads="1"/>
          </p:cNvSpPr>
          <p:nvPr>
            <p:ph type="ftr" sz="quarter" idx="3"/>
          </p:nvPr>
        </p:nvSpPr>
        <p:spPr bwMode="auto">
          <a:xfrm>
            <a:off x="3742267" y="6243638"/>
            <a:ext cx="499533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a:latin typeface="+mj-lt"/>
              </a:defRPr>
            </a:lvl1pPr>
          </a:lstStyle>
          <a:p>
            <a:pPr>
              <a:defRPr/>
            </a:pPr>
            <a:r>
              <a:rPr lang="en-US"/>
              <a:t>Session 4</a:t>
            </a:r>
            <a:endParaRPr lang="en-US" dirty="0"/>
          </a:p>
        </p:txBody>
      </p:sp>
      <p:sp>
        <p:nvSpPr>
          <p:cNvPr id="569357" name="Rectangle 13"/>
          <p:cNvSpPr>
            <a:spLocks noGrp="1" noChangeArrowheads="1"/>
          </p:cNvSpPr>
          <p:nvPr>
            <p:ph type="sldNum" sz="quarter" idx="4"/>
          </p:nvPr>
        </p:nvSpPr>
        <p:spPr bwMode="auto">
          <a:xfrm>
            <a:off x="9389533" y="6243638"/>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a:latin typeface="Arial" charset="0"/>
              </a:defRPr>
            </a:lvl1pPr>
          </a:lstStyle>
          <a:p>
            <a:fld id="{D81562D7-3287-490A-A831-988E1CD9176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64" r:id="rId1"/>
    <p:sldLayoutId id="2147483765" r:id="rId2"/>
    <p:sldLayoutId id="2147483760" r:id="rId3"/>
  </p:sldLayoutIdLst>
  <p:hf hdr="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slideLayout" Target="../slideLayouts/slideLayout15.xml"/><Relationship Id="rId5" Type="http://schemas.openxmlformats.org/officeDocument/2006/relationships/image" Target="../media/image12.wmf"/><Relationship Id="rId4" Type="http://schemas.openxmlformats.org/officeDocument/2006/relationships/image" Target="../media/image11.wmf"/></Relationships>
</file>

<file path=ppt/slides/_rels/slide18.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18.png"/><Relationship Id="rId7" Type="http://schemas.openxmlformats.org/officeDocument/2006/relationships/image" Target="../media/image22.wmf"/><Relationship Id="rId2" Type="http://schemas.openxmlformats.org/officeDocument/2006/relationships/image" Target="../media/image17.wmf"/><Relationship Id="rId1" Type="http://schemas.openxmlformats.org/officeDocument/2006/relationships/slideLayout" Target="../slideLayouts/slideLayout1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wmf"/></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wmf"/><Relationship Id="rId1" Type="http://schemas.openxmlformats.org/officeDocument/2006/relationships/slideLayout" Target="../slideLayouts/slideLayout15.xml"/><Relationship Id="rId6" Type="http://schemas.openxmlformats.org/officeDocument/2006/relationships/image" Target="../media/image28.wmf"/><Relationship Id="rId5" Type="http://schemas.openxmlformats.org/officeDocument/2006/relationships/image" Target="../media/image27.png"/><Relationship Id="rId4" Type="http://schemas.openxmlformats.org/officeDocument/2006/relationships/image" Target="../media/image26.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dt" sz="quarter" idx="10"/>
          </p:nvPr>
        </p:nvSpPr>
        <p:spPr>
          <a:noFill/>
        </p:spPr>
        <p:txBody>
          <a:bodyPr/>
          <a:lstStyle>
            <a:lvl1pPr>
              <a:spcBef>
                <a:spcPct val="20000"/>
              </a:spcBef>
              <a:buClr>
                <a:schemeClr val="accent1"/>
              </a:buClr>
              <a:buSzPct val="65000"/>
              <a:buFont typeface="Wingdings" pitchFamily="2" charset="2"/>
              <a:buChar char="n"/>
              <a:defRPr sz="3000">
                <a:solidFill>
                  <a:schemeClr val="tx1"/>
                </a:solidFill>
                <a:latin typeface="Arial" charset="0"/>
                <a:cs typeface="Arial"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charset="0"/>
                <a:cs typeface="Arial"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charset="0"/>
                <a:cs typeface="Arial"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charset="0"/>
                <a:cs typeface="Arial"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charset="0"/>
                <a:cs typeface="Arial"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charset="0"/>
                <a:cs typeface="Arial"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charset="0"/>
                <a:cs typeface="Arial"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charset="0"/>
                <a:cs typeface="Arial"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charset="0"/>
                <a:cs typeface="Arial" charset="0"/>
              </a:defRPr>
            </a:lvl9pPr>
          </a:lstStyle>
          <a:p>
            <a:pPr>
              <a:spcBef>
                <a:spcPct val="0"/>
              </a:spcBef>
              <a:buClrTx/>
              <a:buSzTx/>
              <a:buFontTx/>
              <a:buNone/>
            </a:pPr>
            <a:r>
              <a:rPr lang="en-US" altLang="en-US" sz="1000"/>
              <a:t>Winter 2026</a:t>
            </a:r>
            <a:endParaRPr lang="en-IE" altLang="en-US" sz="1000"/>
          </a:p>
        </p:txBody>
      </p:sp>
      <p:sp>
        <p:nvSpPr>
          <p:cNvPr id="5123" name="Rectangle 5"/>
          <p:cNvSpPr>
            <a:spLocks noGrp="1" noChangeArrowheads="1"/>
          </p:cNvSpPr>
          <p:nvPr>
            <p:ph type="ftr" sz="quarter" idx="11"/>
          </p:nvPr>
        </p:nvSpPr>
        <p:spPr>
          <a:noFill/>
        </p:spPr>
        <p:txBody>
          <a:bodyPr/>
          <a:lstStyle>
            <a:lvl1pPr>
              <a:spcBef>
                <a:spcPct val="20000"/>
              </a:spcBef>
              <a:buClr>
                <a:schemeClr val="accent1"/>
              </a:buClr>
              <a:buSzPct val="65000"/>
              <a:buFont typeface="Wingdings" pitchFamily="2" charset="2"/>
              <a:buChar char="n"/>
              <a:defRPr sz="3000">
                <a:solidFill>
                  <a:schemeClr val="tx1"/>
                </a:solidFill>
                <a:latin typeface="Arial" charset="0"/>
                <a:cs typeface="Arial"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charset="0"/>
                <a:cs typeface="Arial"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charset="0"/>
                <a:cs typeface="Arial"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charset="0"/>
                <a:cs typeface="Arial"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charset="0"/>
                <a:cs typeface="Arial"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charset="0"/>
                <a:cs typeface="Arial"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charset="0"/>
                <a:cs typeface="Arial"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charset="0"/>
                <a:cs typeface="Arial"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charset="0"/>
                <a:cs typeface="Arial" charset="0"/>
              </a:defRPr>
            </a:lvl9pPr>
          </a:lstStyle>
          <a:p>
            <a:pPr>
              <a:spcBef>
                <a:spcPct val="0"/>
              </a:spcBef>
              <a:buClrTx/>
              <a:buSzTx/>
              <a:buFontTx/>
              <a:buNone/>
            </a:pPr>
            <a:r>
              <a:rPr lang="en-IE" altLang="en-US" sz="1000"/>
              <a:t>Session 4</a:t>
            </a:r>
          </a:p>
        </p:txBody>
      </p:sp>
      <p:sp>
        <p:nvSpPr>
          <p:cNvPr id="5124" name="Rectangle 6"/>
          <p:cNvSpPr>
            <a:spLocks noGrp="1" noChangeArrowheads="1"/>
          </p:cNvSpPr>
          <p:nvPr>
            <p:ph type="sldNum" sz="quarter" idx="12"/>
          </p:nvPr>
        </p:nvSpPr>
        <p:spPr>
          <a:noFill/>
        </p:spPr>
        <p:txBody>
          <a:bodyPr/>
          <a:lstStyle>
            <a:lvl1pPr>
              <a:spcBef>
                <a:spcPct val="20000"/>
              </a:spcBef>
              <a:buClr>
                <a:schemeClr val="accent1"/>
              </a:buClr>
              <a:buSzPct val="65000"/>
              <a:buFont typeface="Wingdings" pitchFamily="2" charset="2"/>
              <a:buChar char="n"/>
              <a:defRPr sz="3000">
                <a:solidFill>
                  <a:schemeClr val="tx1"/>
                </a:solidFill>
                <a:latin typeface="Arial" charset="0"/>
                <a:cs typeface="Arial"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charset="0"/>
                <a:cs typeface="Arial"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charset="0"/>
                <a:cs typeface="Arial"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charset="0"/>
                <a:cs typeface="Arial"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charset="0"/>
                <a:cs typeface="Arial"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charset="0"/>
                <a:cs typeface="Arial"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charset="0"/>
                <a:cs typeface="Arial"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charset="0"/>
                <a:cs typeface="Arial"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charset="0"/>
                <a:cs typeface="Arial" charset="0"/>
              </a:defRPr>
            </a:lvl9pPr>
          </a:lstStyle>
          <a:p>
            <a:pPr>
              <a:spcBef>
                <a:spcPct val="0"/>
              </a:spcBef>
              <a:buClrTx/>
              <a:buSzTx/>
              <a:buFontTx/>
              <a:buNone/>
            </a:pPr>
            <a:fld id="{EFB4A196-E8AA-441C-B267-4C29E5FE499F}" type="slidenum">
              <a:rPr lang="en-IE" altLang="en-US" sz="1000"/>
              <a:pPr>
                <a:spcBef>
                  <a:spcPct val="0"/>
                </a:spcBef>
                <a:buClrTx/>
                <a:buSzTx/>
                <a:buFontTx/>
                <a:buNone/>
              </a:pPr>
              <a:t>1</a:t>
            </a:fld>
            <a:endParaRPr lang="en-IE" altLang="en-US" sz="1000"/>
          </a:p>
        </p:txBody>
      </p:sp>
      <p:sp>
        <p:nvSpPr>
          <p:cNvPr id="5125" name="Rectangle 2"/>
          <p:cNvSpPr>
            <a:spLocks noGrp="1" noChangeArrowheads="1"/>
          </p:cNvSpPr>
          <p:nvPr>
            <p:ph type="ctrTitle"/>
          </p:nvPr>
        </p:nvSpPr>
        <p:spPr>
          <a:xfrm>
            <a:off x="983432" y="1524000"/>
            <a:ext cx="10395768" cy="1752600"/>
          </a:xfrm>
        </p:spPr>
        <p:txBody>
          <a:bodyPr/>
          <a:lstStyle/>
          <a:p>
            <a:pPr eaLnBrk="1" hangingPunct="1"/>
            <a:r>
              <a:rPr lang="en-IE" altLang="en-US" sz="3200" dirty="0"/>
              <a:t>Introduction to Embedded Systems using Arduino</a:t>
            </a:r>
            <a:endParaRPr lang="en-IE" altLang="en-US" dirty="0"/>
          </a:p>
        </p:txBody>
      </p:sp>
      <p:sp>
        <p:nvSpPr>
          <p:cNvPr id="5126" name="Rectangle 3"/>
          <p:cNvSpPr>
            <a:spLocks noGrp="1" noChangeArrowheads="1"/>
          </p:cNvSpPr>
          <p:nvPr>
            <p:ph type="subTitle" idx="1"/>
          </p:nvPr>
        </p:nvSpPr>
        <p:spPr>
          <a:xfrm>
            <a:off x="970507" y="4365104"/>
            <a:ext cx="10395768" cy="1752600"/>
          </a:xfrm>
        </p:spPr>
        <p:txBody>
          <a:bodyPr/>
          <a:lstStyle/>
          <a:p>
            <a:pPr eaLnBrk="1" hangingPunct="1">
              <a:lnSpc>
                <a:spcPct val="90000"/>
              </a:lnSpc>
            </a:pPr>
            <a:r>
              <a:rPr lang="en-IE" altLang="en-US" sz="2400" dirty="0"/>
              <a:t>Session 4: </a:t>
            </a:r>
            <a:r>
              <a:rPr lang="en-GB" altLang="en-US" sz="2400" dirty="0"/>
              <a:t>Communicating using the Serial Port</a:t>
            </a:r>
            <a:endParaRPr lang="en-IE" altLang="en-US" sz="2400" dirty="0"/>
          </a:p>
          <a:p>
            <a:pPr eaLnBrk="1" hangingPunct="1">
              <a:lnSpc>
                <a:spcPct val="90000"/>
              </a:lnSpc>
            </a:pPr>
            <a:r>
              <a:rPr lang="en-IE" altLang="en-US" sz="2400" dirty="0"/>
              <a:t>Dr Ciaran MacNamee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Communicating with a user</a:t>
            </a:r>
          </a:p>
        </p:txBody>
      </p:sp>
      <p:sp>
        <p:nvSpPr>
          <p:cNvPr id="3" name="Content Placeholder 2"/>
          <p:cNvSpPr>
            <a:spLocks noGrp="1"/>
          </p:cNvSpPr>
          <p:nvPr>
            <p:ph idx="1"/>
          </p:nvPr>
        </p:nvSpPr>
        <p:spPr/>
        <p:txBody>
          <a:bodyPr/>
          <a:lstStyle/>
          <a:p>
            <a:r>
              <a:rPr lang="en-IE" dirty="0"/>
              <a:t>Reading digital and </a:t>
            </a:r>
            <a:r>
              <a:rPr lang="en-IE" dirty="0" err="1"/>
              <a:t>analog</a:t>
            </a:r>
            <a:r>
              <a:rPr lang="en-IE" dirty="0"/>
              <a:t> inputs and driving LEDs is ok, but we want to do more</a:t>
            </a:r>
          </a:p>
          <a:p>
            <a:r>
              <a:rPr lang="en-IE" dirty="0"/>
              <a:t>How do we report results to a user who has a PC?</a:t>
            </a:r>
          </a:p>
          <a:p>
            <a:r>
              <a:rPr lang="en-IE" dirty="0"/>
              <a:t>Arduino uses a Serial Port for this type of communications </a:t>
            </a:r>
          </a:p>
        </p:txBody>
      </p:sp>
      <p:sp>
        <p:nvSpPr>
          <p:cNvPr id="4" name="Date Placeholder 3"/>
          <p:cNvSpPr>
            <a:spLocks noGrp="1"/>
          </p:cNvSpPr>
          <p:nvPr>
            <p:ph type="dt" sz="half" idx="10"/>
          </p:nvPr>
        </p:nvSpPr>
        <p:spPr/>
        <p:txBody>
          <a:bodyPr/>
          <a:lstStyle/>
          <a:p>
            <a:pPr>
              <a:defRPr/>
            </a:pPr>
            <a:r>
              <a:rPr lang="en-US"/>
              <a:t>Winter 2026</a:t>
            </a:r>
            <a:endParaRPr lang="en-US" dirty="0"/>
          </a:p>
        </p:txBody>
      </p:sp>
      <p:sp>
        <p:nvSpPr>
          <p:cNvPr id="5" name="Footer Placeholder 4"/>
          <p:cNvSpPr>
            <a:spLocks noGrp="1"/>
          </p:cNvSpPr>
          <p:nvPr>
            <p:ph type="ftr" sz="quarter" idx="11"/>
          </p:nvPr>
        </p:nvSpPr>
        <p:spPr/>
        <p:txBody>
          <a:bodyPr/>
          <a:lstStyle/>
          <a:p>
            <a:pPr>
              <a:defRPr/>
            </a:pPr>
            <a:r>
              <a:rPr lang="en-US"/>
              <a:t>Session 4</a:t>
            </a:r>
          </a:p>
        </p:txBody>
      </p:sp>
      <p:sp>
        <p:nvSpPr>
          <p:cNvPr id="6" name="Slide Number Placeholder 5"/>
          <p:cNvSpPr>
            <a:spLocks noGrp="1"/>
          </p:cNvSpPr>
          <p:nvPr>
            <p:ph type="sldNum" sz="quarter" idx="12"/>
          </p:nvPr>
        </p:nvSpPr>
        <p:spPr/>
        <p:txBody>
          <a:bodyPr/>
          <a:lstStyle/>
          <a:p>
            <a:fld id="{8ED4263E-8DEB-43AE-B3A3-53F686D36AB5}" type="slidenum">
              <a:rPr lang="en-US" altLang="en-US" smtClean="0"/>
              <a:pPr/>
              <a:t>2</a:t>
            </a:fld>
            <a:endParaRPr lang="en-US" altLang="en-US"/>
          </a:p>
        </p:txBody>
      </p:sp>
    </p:spTree>
    <p:extLst>
      <p:ext uri="{BB962C8B-B14F-4D97-AF65-F5344CB8AC3E}">
        <p14:creationId xmlns:p14="http://schemas.microsoft.com/office/powerpoint/2010/main" val="1387185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p:cNvSpPr>
          <p:nvPr>
            <p:ph type="title"/>
          </p:nvPr>
        </p:nvSpPr>
        <p:spPr>
          <a:xfrm>
            <a:off x="983431" y="228601"/>
            <a:ext cx="10946101" cy="783771"/>
          </a:xfrm>
        </p:spPr>
        <p:txBody>
          <a:bodyPr/>
          <a:lstStyle/>
          <a:p>
            <a:r>
              <a:rPr lang="en-US" altLang="en-US" dirty="0"/>
              <a:t>Communicating with Others</a:t>
            </a:r>
          </a:p>
        </p:txBody>
      </p:sp>
      <p:sp>
        <p:nvSpPr>
          <p:cNvPr id="92163" name="Rectangle 3"/>
          <p:cNvSpPr>
            <a:spLocks noGrp="1"/>
          </p:cNvSpPr>
          <p:nvPr>
            <p:ph type="body" idx="1"/>
          </p:nvPr>
        </p:nvSpPr>
        <p:spPr>
          <a:xfrm>
            <a:off x="407368" y="1600200"/>
            <a:ext cx="11089232" cy="2980928"/>
          </a:xfrm>
        </p:spPr>
        <p:txBody>
          <a:bodyPr/>
          <a:lstStyle/>
          <a:p>
            <a:r>
              <a:rPr lang="en-US" altLang="en-US" dirty="0"/>
              <a:t>Arduino can use same USB cable for programming and to talk with computers</a:t>
            </a:r>
          </a:p>
          <a:p>
            <a:r>
              <a:rPr lang="en-US" altLang="en-US" dirty="0"/>
              <a:t>Talking to other devices uses the “Serial” commands</a:t>
            </a:r>
          </a:p>
          <a:p>
            <a:r>
              <a:rPr lang="en-US" altLang="en-US" dirty="0"/>
              <a:t>TX – sending to PC</a:t>
            </a:r>
          </a:p>
          <a:p>
            <a:r>
              <a:rPr lang="en-US" altLang="en-US" dirty="0"/>
              <a:t>RX – receiving from PC</a:t>
            </a:r>
          </a:p>
        </p:txBody>
      </p:sp>
      <p:pic>
        <p:nvPicPr>
          <p:cNvPr id="9216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7968" y="3861048"/>
            <a:ext cx="3286125" cy="230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3</a:t>
            </a:fld>
            <a:endParaRPr lang="en-US" altLang="en-US"/>
          </a:p>
        </p:txBody>
      </p:sp>
    </p:spTree>
    <p:extLst>
      <p:ext uri="{BB962C8B-B14F-4D97-AF65-F5344CB8AC3E}">
        <p14:creationId xmlns:p14="http://schemas.microsoft.com/office/powerpoint/2010/main" val="2011860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Arduino UNO R3 TX and RX</a:t>
            </a:r>
          </a:p>
        </p:txBody>
      </p:sp>
      <p:sp>
        <p:nvSpPr>
          <p:cNvPr id="4" name="Date Placeholder 3"/>
          <p:cNvSpPr>
            <a:spLocks noGrp="1"/>
          </p:cNvSpPr>
          <p:nvPr>
            <p:ph type="dt" sz="half" idx="10"/>
          </p:nvPr>
        </p:nvSpPr>
        <p:spPr/>
        <p:txBody>
          <a:bodyPr/>
          <a:lstStyle/>
          <a:p>
            <a:pPr>
              <a:defRPr/>
            </a:pPr>
            <a:r>
              <a:rPr lang="en-US"/>
              <a:t>Winter 2026</a:t>
            </a:r>
            <a:endParaRPr lang="en-US" dirty="0"/>
          </a:p>
        </p:txBody>
      </p:sp>
      <p:sp>
        <p:nvSpPr>
          <p:cNvPr id="6" name="Slide Number Placeholder 5"/>
          <p:cNvSpPr>
            <a:spLocks noGrp="1"/>
          </p:cNvSpPr>
          <p:nvPr>
            <p:ph type="sldNum" sz="quarter" idx="12"/>
          </p:nvPr>
        </p:nvSpPr>
        <p:spPr/>
        <p:txBody>
          <a:bodyPr/>
          <a:lstStyle/>
          <a:p>
            <a:fld id="{8ED4263E-8DEB-43AE-B3A3-53F686D36AB5}" type="slidenum">
              <a:rPr lang="en-US" altLang="en-US" smtClean="0"/>
              <a:pPr/>
              <a:t>4</a:t>
            </a:fld>
            <a:endParaRPr lang="en-US" altLang="en-US"/>
          </a:p>
        </p:txBody>
      </p:sp>
      <p:sp>
        <p:nvSpPr>
          <p:cNvPr id="11" name="Rectangle 2"/>
          <p:cNvSpPr>
            <a:spLocks noChangeArrowheads="1"/>
          </p:cNvSpPr>
          <p:nvPr/>
        </p:nvSpPr>
        <p:spPr bwMode="auto">
          <a:xfrm>
            <a:off x="4413251" y="1020377"/>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ahoma" pitchFamily="34" charset="0"/>
            </a:endParaRPr>
          </a:p>
        </p:txBody>
      </p:sp>
      <p:sp>
        <p:nvSpPr>
          <p:cNvPr id="14" name="TextBox 13"/>
          <p:cNvSpPr txBox="1"/>
          <p:nvPr/>
        </p:nvSpPr>
        <p:spPr>
          <a:xfrm>
            <a:off x="2243385" y="2089347"/>
            <a:ext cx="2608036" cy="1631216"/>
          </a:xfrm>
          <a:prstGeom prst="rect">
            <a:avLst/>
          </a:prstGeom>
          <a:solidFill>
            <a:srgbClr val="FFC000"/>
          </a:solidFill>
        </p:spPr>
        <p:txBody>
          <a:bodyPr wrap="square" rtlCol="0">
            <a:spAutoFit/>
          </a:bodyPr>
          <a:lstStyle/>
          <a:p>
            <a:r>
              <a:rPr lang="en-IE" sz="2000" dirty="0">
                <a:solidFill>
                  <a:schemeClr val="tx2"/>
                </a:solidFill>
                <a:latin typeface="Arial" panose="020B0604020202020204" pitchFamily="34" charset="0"/>
                <a:cs typeface="Arial" panose="020B0604020202020204" pitchFamily="34" charset="0"/>
              </a:rPr>
              <a:t>TXD and RXD are shared with PORTD bit 1 and bit 0</a:t>
            </a:r>
          </a:p>
          <a:p>
            <a:r>
              <a:rPr lang="en-IE" sz="2000" dirty="0">
                <a:solidFill>
                  <a:schemeClr val="tx2"/>
                </a:solidFill>
                <a:latin typeface="Arial" panose="020B0604020202020204" pitchFamily="34" charset="0"/>
                <a:cs typeface="Arial" panose="020B0604020202020204" pitchFamily="34" charset="0"/>
              </a:rPr>
              <a:t>Arduino Digital Pins 1 &amp; 0</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6421" y="1020377"/>
            <a:ext cx="5386453" cy="5386453"/>
          </a:xfrm>
          <a:prstGeom prst="rect">
            <a:avLst/>
          </a:prstGeom>
        </p:spPr>
      </p:pic>
      <p:sp>
        <p:nvSpPr>
          <p:cNvPr id="3" name="Right Arrow 2"/>
          <p:cNvSpPr/>
          <p:nvPr/>
        </p:nvSpPr>
        <p:spPr bwMode="auto">
          <a:xfrm rot="1235047">
            <a:off x="2988101" y="4418351"/>
            <a:ext cx="6278530" cy="484632"/>
          </a:xfrm>
          <a:prstGeom prst="rightArrow">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E" sz="1800" b="0" i="0" u="none" strike="noStrike" cap="none" normalizeH="0" baseline="0">
              <a:ln>
                <a:noFill/>
              </a:ln>
              <a:solidFill>
                <a:schemeClr val="tx1"/>
              </a:solidFill>
              <a:effectLst/>
              <a:latin typeface="Tahoma" pitchFamily="34" charset="0"/>
            </a:endParaRPr>
          </a:p>
        </p:txBody>
      </p:sp>
      <p:sp>
        <p:nvSpPr>
          <p:cNvPr id="12" name="Right Arrow 11"/>
          <p:cNvSpPr/>
          <p:nvPr/>
        </p:nvSpPr>
        <p:spPr bwMode="auto">
          <a:xfrm rot="554183">
            <a:off x="4557382" y="2997878"/>
            <a:ext cx="3770930" cy="484632"/>
          </a:xfrm>
          <a:prstGeom prst="rightArrow">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E" sz="1800" b="0" i="0" u="none" strike="noStrike" cap="none" normalizeH="0" baseline="0">
              <a:ln>
                <a:noFill/>
              </a:ln>
              <a:solidFill>
                <a:schemeClr val="tx1"/>
              </a:solidFill>
              <a:effectLst/>
              <a:latin typeface="Tahoma" pitchFamily="34" charset="0"/>
            </a:endParaRPr>
          </a:p>
        </p:txBody>
      </p:sp>
      <p:sp>
        <p:nvSpPr>
          <p:cNvPr id="8" name="Footer Placeholder 7"/>
          <p:cNvSpPr>
            <a:spLocks noGrp="1"/>
          </p:cNvSpPr>
          <p:nvPr>
            <p:ph type="ftr" sz="quarter" idx="11"/>
          </p:nvPr>
        </p:nvSpPr>
        <p:spPr/>
        <p:txBody>
          <a:bodyPr/>
          <a:lstStyle/>
          <a:p>
            <a:pPr>
              <a:defRPr/>
            </a:pPr>
            <a:r>
              <a:rPr lang="en-US"/>
              <a:t>Session 4</a:t>
            </a:r>
          </a:p>
        </p:txBody>
      </p:sp>
    </p:spTree>
    <p:extLst>
      <p:ext uri="{BB962C8B-B14F-4D97-AF65-F5344CB8AC3E}">
        <p14:creationId xmlns:p14="http://schemas.microsoft.com/office/powerpoint/2010/main" val="312368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p:cNvSpPr>
          <p:nvPr>
            <p:ph type="title"/>
          </p:nvPr>
        </p:nvSpPr>
        <p:spPr>
          <a:xfrm>
            <a:off x="1199456" y="228600"/>
            <a:ext cx="9087544" cy="629325"/>
          </a:xfrm>
        </p:spPr>
        <p:txBody>
          <a:bodyPr/>
          <a:lstStyle/>
          <a:p>
            <a:r>
              <a:rPr lang="en-US" altLang="en-US" dirty="0"/>
              <a:t>Serial Communications</a:t>
            </a:r>
          </a:p>
        </p:txBody>
      </p:sp>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5</a:t>
            </a:fld>
            <a:endParaRPr lang="en-US" altLang="en-US"/>
          </a:p>
        </p:txBody>
      </p:sp>
      <p:pic>
        <p:nvPicPr>
          <p:cNvPr id="6" name="Picture 5">
            <a:extLst>
              <a:ext uri="{FF2B5EF4-FFF2-40B4-BE49-F238E27FC236}">
                <a16:creationId xmlns:a16="http://schemas.microsoft.com/office/drawing/2014/main" id="{C641C988-C322-8840-9FE8-8FA45A89566B}"/>
              </a:ext>
            </a:extLst>
          </p:cNvPr>
          <p:cNvPicPr>
            <a:picLocks noChangeAspect="1"/>
          </p:cNvPicPr>
          <p:nvPr/>
        </p:nvPicPr>
        <p:blipFill>
          <a:blip r:embed="rId2"/>
          <a:stretch>
            <a:fillRect/>
          </a:stretch>
        </p:blipFill>
        <p:spPr>
          <a:xfrm>
            <a:off x="0" y="857925"/>
            <a:ext cx="10643391" cy="6000075"/>
          </a:xfrm>
          <a:prstGeom prst="rect">
            <a:avLst/>
          </a:prstGeom>
        </p:spPr>
      </p:pic>
      <p:sp>
        <p:nvSpPr>
          <p:cNvPr id="75779" name="Rectangle 3"/>
          <p:cNvSpPr>
            <a:spLocks noGrp="1"/>
          </p:cNvSpPr>
          <p:nvPr>
            <p:ph type="body" idx="1"/>
          </p:nvPr>
        </p:nvSpPr>
        <p:spPr>
          <a:xfrm>
            <a:off x="6297458" y="1949707"/>
            <a:ext cx="3114600" cy="4525963"/>
          </a:xfrm>
        </p:spPr>
        <p:txBody>
          <a:bodyPr/>
          <a:lstStyle/>
          <a:p>
            <a:pPr>
              <a:lnSpc>
                <a:spcPct val="90000"/>
              </a:lnSpc>
            </a:pPr>
            <a:r>
              <a:rPr lang="en-US" altLang="en-US" sz="2500" dirty="0"/>
              <a:t>Sends “Hello world!” to your computer</a:t>
            </a:r>
          </a:p>
          <a:p>
            <a:pPr>
              <a:lnSpc>
                <a:spcPct val="90000"/>
              </a:lnSpc>
            </a:pPr>
            <a:endParaRPr lang="en-US" altLang="en-US" sz="2500" dirty="0"/>
          </a:p>
          <a:p>
            <a:pPr>
              <a:lnSpc>
                <a:spcPct val="90000"/>
              </a:lnSpc>
            </a:pPr>
            <a:endParaRPr lang="en-US" altLang="en-US" sz="2500" dirty="0"/>
          </a:p>
          <a:p>
            <a:pPr>
              <a:lnSpc>
                <a:spcPct val="90000"/>
              </a:lnSpc>
            </a:pPr>
            <a:r>
              <a:rPr lang="en-US" altLang="en-US" sz="2500" dirty="0"/>
              <a:t>Click on “Serial Monitor” button to see output</a:t>
            </a:r>
          </a:p>
        </p:txBody>
      </p:sp>
      <p:sp>
        <p:nvSpPr>
          <p:cNvPr id="7" name="Arrow: Right 6">
            <a:extLst>
              <a:ext uri="{FF2B5EF4-FFF2-40B4-BE49-F238E27FC236}">
                <a16:creationId xmlns:a16="http://schemas.microsoft.com/office/drawing/2014/main" id="{060816AB-4B5D-7F76-28D3-C0135BAF29BE}"/>
              </a:ext>
            </a:extLst>
          </p:cNvPr>
          <p:cNvSpPr/>
          <p:nvPr/>
        </p:nvSpPr>
        <p:spPr bwMode="auto">
          <a:xfrm rot="17590602">
            <a:off x="8355544" y="2622395"/>
            <a:ext cx="2804861" cy="432048"/>
          </a:xfrm>
          <a:prstGeom prst="rightArrow">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E" sz="1800" b="0" i="0" u="none" strike="noStrike" cap="none" normalizeH="0" baseline="0">
              <a:ln>
                <a:noFill/>
              </a:ln>
              <a:solidFill>
                <a:schemeClr val="tx1"/>
              </a:solidFill>
              <a:effectLst/>
              <a:latin typeface="Tahoma" pitchFamily="34" charset="0"/>
            </a:endParaRPr>
          </a:p>
        </p:txBody>
      </p:sp>
    </p:spTree>
    <p:extLst>
      <p:ext uri="{BB962C8B-B14F-4D97-AF65-F5344CB8AC3E}">
        <p14:creationId xmlns:p14="http://schemas.microsoft.com/office/powerpoint/2010/main" val="2246468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p:cNvSpPr>
          <p:nvPr>
            <p:ph type="title"/>
          </p:nvPr>
        </p:nvSpPr>
        <p:spPr>
          <a:xfrm>
            <a:off x="1055441" y="228601"/>
            <a:ext cx="9231560" cy="783771"/>
          </a:xfrm>
        </p:spPr>
        <p:txBody>
          <a:bodyPr/>
          <a:lstStyle/>
          <a:p>
            <a:r>
              <a:rPr lang="en-US" altLang="en-US" dirty="0"/>
              <a:t>Arduino Serial Communications</a:t>
            </a:r>
          </a:p>
        </p:txBody>
      </p:sp>
      <p:sp>
        <p:nvSpPr>
          <p:cNvPr id="76803" name="Rectangle 3"/>
          <p:cNvSpPr>
            <a:spLocks noGrp="1"/>
          </p:cNvSpPr>
          <p:nvPr>
            <p:ph type="body" idx="1"/>
          </p:nvPr>
        </p:nvSpPr>
        <p:spPr>
          <a:xfrm>
            <a:off x="767408" y="1268761"/>
            <a:ext cx="10945216" cy="4857404"/>
          </a:xfrm>
        </p:spPr>
        <p:txBody>
          <a:bodyPr/>
          <a:lstStyle/>
          <a:p>
            <a:r>
              <a:rPr lang="en-US" altLang="en-US" dirty="0"/>
              <a:t>Is just serial communications</a:t>
            </a:r>
          </a:p>
          <a:p>
            <a:r>
              <a:rPr lang="en-US" altLang="en-US" dirty="0"/>
              <a:t>Simple Arduino doesn’t really do USB</a:t>
            </a:r>
          </a:p>
          <a:p>
            <a:r>
              <a:rPr lang="en-US" altLang="en-US" dirty="0"/>
              <a:t>It really is “serial”, like old RS-232 serial</a:t>
            </a:r>
          </a:p>
          <a:p>
            <a:r>
              <a:rPr lang="en-US" altLang="en-US" dirty="0"/>
              <a:t>All microcontrollers can do serial</a:t>
            </a:r>
          </a:p>
          <a:p>
            <a:r>
              <a:rPr lang="en-US" altLang="en-US" dirty="0"/>
              <a:t>Not many can do USB</a:t>
            </a:r>
          </a:p>
          <a:p>
            <a:r>
              <a:rPr lang="en-US" altLang="en-US" dirty="0"/>
              <a:t>For the programmer:</a:t>
            </a:r>
          </a:p>
          <a:p>
            <a:r>
              <a:rPr lang="en-US" altLang="en-US" i="1" u="sng" dirty="0"/>
              <a:t>Serial is easy, USB is hard</a:t>
            </a:r>
          </a:p>
        </p:txBody>
      </p:sp>
      <p:pic>
        <p:nvPicPr>
          <p:cNvPr id="7680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1" y="3863182"/>
            <a:ext cx="2398713" cy="181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6805" name="Rectangle 5"/>
          <p:cNvSpPr>
            <a:spLocks noChangeArrowheads="1"/>
          </p:cNvSpPr>
          <p:nvPr/>
        </p:nvSpPr>
        <p:spPr bwMode="auto">
          <a:xfrm>
            <a:off x="6960394" y="5720954"/>
            <a:ext cx="34226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dirty="0"/>
              <a:t>serial terminal from the old days</a:t>
            </a:r>
          </a:p>
        </p:txBody>
      </p:sp>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6</a:t>
            </a:fld>
            <a:endParaRPr lang="en-US" altLang="en-US"/>
          </a:p>
        </p:txBody>
      </p:sp>
    </p:spTree>
    <p:extLst>
      <p:ext uri="{BB962C8B-B14F-4D97-AF65-F5344CB8AC3E}">
        <p14:creationId xmlns:p14="http://schemas.microsoft.com/office/powerpoint/2010/main" val="1190235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p:cNvSpPr>
          <p:nvPr>
            <p:ph type="title"/>
          </p:nvPr>
        </p:nvSpPr>
        <p:spPr>
          <a:xfrm>
            <a:off x="1055441" y="228601"/>
            <a:ext cx="9231560" cy="740229"/>
          </a:xfrm>
        </p:spPr>
        <p:txBody>
          <a:bodyPr/>
          <a:lstStyle/>
          <a:p>
            <a:r>
              <a:rPr lang="en-US" altLang="en-US" dirty="0"/>
              <a:t>Serial Communications</a:t>
            </a:r>
          </a:p>
        </p:txBody>
      </p:sp>
      <p:sp>
        <p:nvSpPr>
          <p:cNvPr id="77827" name="Rectangle 3"/>
          <p:cNvSpPr>
            <a:spLocks noGrp="1"/>
          </p:cNvSpPr>
          <p:nvPr>
            <p:ph type="body" idx="1"/>
          </p:nvPr>
        </p:nvSpPr>
        <p:spPr>
          <a:xfrm>
            <a:off x="983432" y="1600200"/>
            <a:ext cx="9306743" cy="1143000"/>
          </a:xfrm>
        </p:spPr>
        <p:txBody>
          <a:bodyPr/>
          <a:lstStyle/>
          <a:p>
            <a:pPr>
              <a:lnSpc>
                <a:spcPct val="80000"/>
              </a:lnSpc>
            </a:pPr>
            <a:r>
              <a:rPr lang="en-US" altLang="en-US" sz="2500"/>
              <a:t>“Serial” because data is broken down into bits, each sent one after the other down a single wire.</a:t>
            </a:r>
          </a:p>
          <a:p>
            <a:pPr>
              <a:lnSpc>
                <a:spcPct val="80000"/>
              </a:lnSpc>
            </a:pPr>
            <a:r>
              <a:rPr lang="en-US" altLang="en-US" sz="2500"/>
              <a:t>The single ASCII character ‘B’ is sent as:</a:t>
            </a:r>
          </a:p>
        </p:txBody>
      </p:sp>
      <p:pic>
        <p:nvPicPr>
          <p:cNvPr id="778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1203" y="2770981"/>
            <a:ext cx="5791200" cy="1722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7829" name="Rectangle 5"/>
          <p:cNvSpPr>
            <a:spLocks/>
          </p:cNvSpPr>
          <p:nvPr/>
        </p:nvSpPr>
        <p:spPr bwMode="auto">
          <a:xfrm>
            <a:off x="1055441" y="4724400"/>
            <a:ext cx="10153127"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639763" indent="-2730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indent="-228600" fontAlgn="base">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indent="-228600" fontAlgn="base">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indent="-228600" fontAlgn="base">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indent="-228600" fontAlgn="base">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nSpc>
                <a:spcPct val="80000"/>
              </a:lnSpc>
            </a:pPr>
            <a:r>
              <a:rPr lang="en-US" altLang="en-US" sz="2500" dirty="0"/>
              <a:t>Toggle a pin to send data, just like blinking an LED</a:t>
            </a:r>
          </a:p>
          <a:p>
            <a:pPr>
              <a:lnSpc>
                <a:spcPct val="80000"/>
              </a:lnSpc>
            </a:pPr>
            <a:r>
              <a:rPr lang="en-US" altLang="en-US" sz="2500" dirty="0"/>
              <a:t>You could implement sending serial data with </a:t>
            </a:r>
            <a:r>
              <a:rPr lang="en-US" altLang="en-US" sz="2500" dirty="0" err="1">
                <a:latin typeface="Courier New" panose="02070309020205020404" pitchFamily="49" charset="0"/>
              </a:rPr>
              <a:t>digitalWrite</a:t>
            </a:r>
            <a:r>
              <a:rPr lang="en-US" altLang="en-US" sz="2500" dirty="0">
                <a:latin typeface="Courier New" panose="02070309020205020404" pitchFamily="49" charset="0"/>
              </a:rPr>
              <a:t>()</a:t>
            </a:r>
            <a:r>
              <a:rPr lang="en-US" altLang="en-US" sz="2500" dirty="0"/>
              <a:t> and </a:t>
            </a:r>
            <a:r>
              <a:rPr lang="en-US" altLang="en-US" sz="2500" dirty="0">
                <a:latin typeface="Courier New" panose="02070309020205020404" pitchFamily="49" charset="0"/>
              </a:rPr>
              <a:t>delay()</a:t>
            </a:r>
          </a:p>
          <a:p>
            <a:pPr>
              <a:lnSpc>
                <a:spcPct val="80000"/>
              </a:lnSpc>
            </a:pPr>
            <a:r>
              <a:rPr lang="en-US" altLang="en-US" sz="2500" dirty="0"/>
              <a:t> A single data wire needed to send data. One other to receive.</a:t>
            </a:r>
          </a:p>
        </p:txBody>
      </p:sp>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7</a:t>
            </a:fld>
            <a:endParaRPr lang="en-US" altLang="en-US"/>
          </a:p>
        </p:txBody>
      </p:sp>
      <p:sp>
        <p:nvSpPr>
          <p:cNvPr id="5" name="TextBox 4">
            <a:extLst>
              <a:ext uri="{FF2B5EF4-FFF2-40B4-BE49-F238E27FC236}">
                <a16:creationId xmlns:a16="http://schemas.microsoft.com/office/drawing/2014/main" id="{B6B6CA50-4A50-DED0-8F3F-9CB2F1EA5CD5}"/>
              </a:ext>
            </a:extLst>
          </p:cNvPr>
          <p:cNvSpPr txBox="1"/>
          <p:nvPr/>
        </p:nvSpPr>
        <p:spPr>
          <a:xfrm>
            <a:off x="8114568" y="2254250"/>
            <a:ext cx="3505198" cy="1323439"/>
          </a:xfrm>
          <a:prstGeom prst="rect">
            <a:avLst/>
          </a:prstGeom>
          <a:solidFill>
            <a:schemeClr val="accent6">
              <a:lumMod val="5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dirty="0">
                <a:solidFill>
                  <a:srgbClr val="FFFF00"/>
                </a:solidFill>
                <a:latin typeface="Arial"/>
                <a:cs typeface="Arial"/>
              </a:rPr>
              <a:t>ATmega328P has a USART module that does the Serial Port interfacing and timing for us</a:t>
            </a:r>
            <a:endParaRPr lang="en-GB" sz="2000">
              <a:solidFill>
                <a:srgbClr val="FFFF00"/>
              </a:solidFill>
            </a:endParaRPr>
          </a:p>
        </p:txBody>
      </p:sp>
    </p:spTree>
    <p:extLst>
      <p:ext uri="{BB962C8B-B14F-4D97-AF65-F5344CB8AC3E}">
        <p14:creationId xmlns:p14="http://schemas.microsoft.com/office/powerpoint/2010/main" val="28687991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Arduino UNO R3 TX and RX</a:t>
            </a:r>
          </a:p>
        </p:txBody>
      </p:sp>
      <p:sp>
        <p:nvSpPr>
          <p:cNvPr id="6" name="Slide Number Placeholder 5"/>
          <p:cNvSpPr>
            <a:spLocks noGrp="1"/>
          </p:cNvSpPr>
          <p:nvPr>
            <p:ph type="sldNum" sz="quarter" idx="12"/>
          </p:nvPr>
        </p:nvSpPr>
        <p:spPr/>
        <p:txBody>
          <a:bodyPr/>
          <a:lstStyle/>
          <a:p>
            <a:fld id="{8ED4263E-8DEB-43AE-B3A3-53F686D36AB5}" type="slidenum">
              <a:rPr lang="en-US" altLang="en-US" smtClean="0"/>
              <a:pPr/>
              <a:t>8</a:t>
            </a:fld>
            <a:endParaRPr lang="en-US" altLang="en-US"/>
          </a:p>
        </p:txBody>
      </p:sp>
      <p:sp>
        <p:nvSpPr>
          <p:cNvPr id="11" name="Rectangle 2"/>
          <p:cNvSpPr>
            <a:spLocks noChangeArrowheads="1"/>
          </p:cNvSpPr>
          <p:nvPr/>
        </p:nvSpPr>
        <p:spPr bwMode="auto">
          <a:xfrm>
            <a:off x="4413251" y="1020377"/>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ahoma"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6421" y="1020377"/>
            <a:ext cx="5386453" cy="5386453"/>
          </a:xfrm>
          <a:prstGeom prst="rect">
            <a:avLst/>
          </a:prstGeom>
        </p:spPr>
      </p:pic>
      <p:sp>
        <p:nvSpPr>
          <p:cNvPr id="8" name="Rounded Rectangle 7"/>
          <p:cNvSpPr/>
          <p:nvPr/>
        </p:nvSpPr>
        <p:spPr bwMode="auto">
          <a:xfrm>
            <a:off x="8044543" y="1404258"/>
            <a:ext cx="1219200" cy="1835937"/>
          </a:xfrm>
          <a:prstGeom prst="roundRect">
            <a:avLst/>
          </a:prstGeom>
          <a:solidFill>
            <a:schemeClr val="accent2">
              <a:lumMod val="40000"/>
              <a:lumOff val="60000"/>
              <a:alpha val="5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E" sz="1800" b="0" i="0" u="none" strike="noStrike" cap="none" normalizeH="0" baseline="0" dirty="0">
              <a:ln>
                <a:noFill/>
              </a:ln>
              <a:solidFill>
                <a:schemeClr val="tx1"/>
              </a:solidFill>
              <a:effectLst/>
              <a:latin typeface="Tahoma"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IE" sz="1800" b="0" i="0" u="none" strike="noStrike" cap="none" normalizeH="0" baseline="0" dirty="0">
                <a:ln>
                  <a:noFill/>
                </a:ln>
                <a:solidFill>
                  <a:srgbClr val="FFFF00"/>
                </a:solidFill>
                <a:effectLst/>
                <a:latin typeface="Tahoma" pitchFamily="34" charset="0"/>
              </a:rPr>
              <a:t>USB to Serial Interface</a:t>
            </a:r>
          </a:p>
        </p:txBody>
      </p:sp>
      <p:sp>
        <p:nvSpPr>
          <p:cNvPr id="13" name="Rounded Rectangle 12"/>
          <p:cNvSpPr/>
          <p:nvPr/>
        </p:nvSpPr>
        <p:spPr bwMode="auto">
          <a:xfrm>
            <a:off x="6379028" y="3330112"/>
            <a:ext cx="2068286" cy="2661112"/>
          </a:xfrm>
          <a:prstGeom prst="roundRect">
            <a:avLst/>
          </a:prstGeom>
          <a:solidFill>
            <a:schemeClr val="accent2">
              <a:lumMod val="40000"/>
              <a:lumOff val="60000"/>
              <a:alpha val="5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E" sz="1800" b="0" i="0" u="none" strike="noStrike" cap="none" normalizeH="0" baseline="0" dirty="0">
              <a:ln>
                <a:noFill/>
              </a:ln>
              <a:solidFill>
                <a:schemeClr val="tx1"/>
              </a:solidFill>
              <a:effectLst/>
              <a:latin typeface="Tahoma"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endParaRPr kumimoji="0" lang="en-IE" sz="1800" b="0" i="0" u="none" strike="noStrike" cap="none" normalizeH="0" baseline="0" dirty="0">
              <a:ln>
                <a:noFill/>
              </a:ln>
              <a:solidFill>
                <a:schemeClr val="tx1"/>
              </a:solidFill>
              <a:effectLst/>
              <a:latin typeface="Tahoma"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endParaRPr lang="en-IE" dirty="0"/>
          </a:p>
          <a:p>
            <a:pPr marL="0" marR="0" indent="0" algn="ctr" defTabSz="914400" rtl="0" eaLnBrk="0" fontAlgn="base" latinLnBrk="0" hangingPunct="0">
              <a:lnSpc>
                <a:spcPct val="100000"/>
              </a:lnSpc>
              <a:spcBef>
                <a:spcPct val="0"/>
              </a:spcBef>
              <a:spcAft>
                <a:spcPct val="0"/>
              </a:spcAft>
              <a:buClrTx/>
              <a:buSzTx/>
              <a:buFontTx/>
              <a:buNone/>
              <a:tabLst/>
            </a:pPr>
            <a:r>
              <a:rPr kumimoji="0" lang="en-IE" sz="1800" b="0" i="0" u="none" strike="noStrike" cap="none" normalizeH="0" baseline="0" dirty="0">
                <a:ln>
                  <a:noFill/>
                </a:ln>
                <a:solidFill>
                  <a:srgbClr val="FFFF00"/>
                </a:solidFill>
                <a:effectLst/>
                <a:latin typeface="Tahoma" pitchFamily="34" charset="0"/>
              </a:rPr>
              <a:t>Arduino Microcontroller</a:t>
            </a:r>
          </a:p>
        </p:txBody>
      </p:sp>
      <p:sp>
        <p:nvSpPr>
          <p:cNvPr id="9" name="Date Placeholder 8"/>
          <p:cNvSpPr>
            <a:spLocks noGrp="1"/>
          </p:cNvSpPr>
          <p:nvPr>
            <p:ph type="dt" sz="half" idx="10"/>
          </p:nvPr>
        </p:nvSpPr>
        <p:spPr/>
        <p:txBody>
          <a:bodyPr/>
          <a:lstStyle/>
          <a:p>
            <a:pPr>
              <a:defRPr/>
            </a:pPr>
            <a:r>
              <a:rPr lang="en-US"/>
              <a:t>Winter 2026</a:t>
            </a:r>
            <a:endParaRPr lang="en-US" dirty="0"/>
          </a:p>
        </p:txBody>
      </p:sp>
      <p:sp>
        <p:nvSpPr>
          <p:cNvPr id="10" name="Footer Placeholder 9"/>
          <p:cNvSpPr>
            <a:spLocks noGrp="1"/>
          </p:cNvSpPr>
          <p:nvPr>
            <p:ph type="ftr" sz="quarter" idx="11"/>
          </p:nvPr>
        </p:nvSpPr>
        <p:spPr/>
        <p:txBody>
          <a:bodyPr/>
          <a:lstStyle/>
          <a:p>
            <a:pPr>
              <a:defRPr/>
            </a:pPr>
            <a:r>
              <a:rPr lang="en-US"/>
              <a:t>Session 4</a:t>
            </a:r>
          </a:p>
        </p:txBody>
      </p:sp>
      <p:sp>
        <p:nvSpPr>
          <p:cNvPr id="3" name="TextBox 2">
            <a:extLst>
              <a:ext uri="{FF2B5EF4-FFF2-40B4-BE49-F238E27FC236}">
                <a16:creationId xmlns:a16="http://schemas.microsoft.com/office/drawing/2014/main" id="{BEDFE2BB-AD6C-4B36-B9CD-79637F87CECD}"/>
              </a:ext>
            </a:extLst>
          </p:cNvPr>
          <p:cNvSpPr txBox="1"/>
          <p:nvPr/>
        </p:nvSpPr>
        <p:spPr>
          <a:xfrm>
            <a:off x="2433638" y="2017957"/>
            <a:ext cx="3015248" cy="3416320"/>
          </a:xfrm>
          <a:prstGeom prst="rect">
            <a:avLst/>
          </a:prstGeom>
          <a:noFill/>
        </p:spPr>
        <p:txBody>
          <a:bodyPr wrap="square" rtlCol="0">
            <a:spAutoFit/>
          </a:bodyPr>
          <a:lstStyle/>
          <a:p>
            <a:r>
              <a:rPr lang="en-IE" dirty="0">
                <a:solidFill>
                  <a:schemeClr val="tx2"/>
                </a:solidFill>
                <a:highlight>
                  <a:srgbClr val="FFFF00"/>
                </a:highlight>
              </a:rPr>
              <a:t>The USB to Serial Interface puts the serial data into USB packets</a:t>
            </a:r>
          </a:p>
          <a:p>
            <a:endParaRPr lang="en-IE" dirty="0">
              <a:solidFill>
                <a:schemeClr val="tx2"/>
              </a:solidFill>
              <a:highlight>
                <a:srgbClr val="FFFF00"/>
              </a:highlight>
            </a:endParaRPr>
          </a:p>
          <a:p>
            <a:r>
              <a:rPr lang="en-IE" dirty="0">
                <a:solidFill>
                  <a:schemeClr val="tx2"/>
                </a:solidFill>
                <a:highlight>
                  <a:srgbClr val="FFFF00"/>
                </a:highlight>
              </a:rPr>
              <a:t>At the PC side, a Virtual COM port takes the serial data from USB packets</a:t>
            </a:r>
          </a:p>
          <a:p>
            <a:endParaRPr lang="en-IE" dirty="0">
              <a:solidFill>
                <a:schemeClr val="tx2"/>
              </a:solidFill>
              <a:highlight>
                <a:srgbClr val="FFFF00"/>
              </a:highlight>
            </a:endParaRPr>
          </a:p>
          <a:p>
            <a:r>
              <a:rPr lang="en-IE" dirty="0">
                <a:solidFill>
                  <a:schemeClr val="tx2"/>
                </a:solidFill>
                <a:highlight>
                  <a:srgbClr val="FFFF00"/>
                </a:highlight>
              </a:rPr>
              <a:t>So end-to-end it looks like a simple serial interface but actually carried over the USB</a:t>
            </a:r>
          </a:p>
        </p:txBody>
      </p:sp>
    </p:spTree>
    <p:extLst>
      <p:ext uri="{BB962C8B-B14F-4D97-AF65-F5344CB8AC3E}">
        <p14:creationId xmlns:p14="http://schemas.microsoft.com/office/powerpoint/2010/main" val="1662353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p:cNvSpPr>
          <p:nvPr>
            <p:ph type="title"/>
          </p:nvPr>
        </p:nvSpPr>
        <p:spPr>
          <a:xfrm>
            <a:off x="2601686" y="228600"/>
            <a:ext cx="7685314" cy="772886"/>
          </a:xfrm>
        </p:spPr>
        <p:txBody>
          <a:bodyPr/>
          <a:lstStyle/>
          <a:p>
            <a:r>
              <a:rPr lang="en-US" altLang="en-US" dirty="0"/>
              <a:t>Arduino to Computer</a:t>
            </a:r>
          </a:p>
        </p:txBody>
      </p:sp>
      <p:sp>
        <p:nvSpPr>
          <p:cNvPr id="80899" name="Rectangle 3"/>
          <p:cNvSpPr>
            <a:spLocks noGrp="1"/>
          </p:cNvSpPr>
          <p:nvPr>
            <p:ph type="body" idx="1"/>
          </p:nvPr>
        </p:nvSpPr>
        <p:spPr>
          <a:xfrm>
            <a:off x="2057400" y="5105626"/>
            <a:ext cx="8153400" cy="1295400"/>
          </a:xfrm>
        </p:spPr>
        <p:txBody>
          <a:bodyPr/>
          <a:lstStyle/>
          <a:p>
            <a:pPr>
              <a:lnSpc>
                <a:spcPct val="80000"/>
              </a:lnSpc>
            </a:pPr>
            <a:r>
              <a:rPr lang="en-US" altLang="en-US" sz="1900" dirty="0"/>
              <a:t>Original Arduino boards were RS-232 serial, not USB</a:t>
            </a:r>
          </a:p>
          <a:p>
            <a:pPr>
              <a:lnSpc>
                <a:spcPct val="80000"/>
              </a:lnSpc>
            </a:pPr>
            <a:endParaRPr lang="en-US" altLang="en-US" sz="1900" dirty="0"/>
          </a:p>
          <a:p>
            <a:pPr>
              <a:lnSpc>
                <a:spcPct val="80000"/>
              </a:lnSpc>
            </a:pPr>
            <a:r>
              <a:rPr lang="en-US" altLang="en-US" sz="1900" dirty="0"/>
              <a:t>All programs that talk to Arduino (even the Arduino IDE) think that they’re talking via a serial port</a:t>
            </a:r>
          </a:p>
        </p:txBody>
      </p:sp>
      <p:pic>
        <p:nvPicPr>
          <p:cNvPr id="809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329531"/>
            <a:ext cx="7848600" cy="344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9</a:t>
            </a:fld>
            <a:endParaRPr lang="en-US" altLang="en-US"/>
          </a:p>
        </p:txBody>
      </p:sp>
    </p:spTree>
    <p:extLst>
      <p:ext uri="{BB962C8B-B14F-4D97-AF65-F5344CB8AC3E}">
        <p14:creationId xmlns:p14="http://schemas.microsoft.com/office/powerpoint/2010/main" val="1208947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p:cNvSpPr>
          <p:nvPr>
            <p:ph type="title"/>
          </p:nvPr>
        </p:nvSpPr>
        <p:spPr>
          <a:xfrm>
            <a:off x="1199457" y="228601"/>
            <a:ext cx="9087544" cy="707571"/>
          </a:xfrm>
        </p:spPr>
        <p:txBody>
          <a:bodyPr/>
          <a:lstStyle/>
          <a:p>
            <a:r>
              <a:rPr lang="en-US" altLang="en-US" dirty="0"/>
              <a:t>Arduino &amp; USB</a:t>
            </a:r>
          </a:p>
        </p:txBody>
      </p:sp>
      <p:sp>
        <p:nvSpPr>
          <p:cNvPr id="81923" name="Rectangle 3"/>
          <p:cNvSpPr>
            <a:spLocks noGrp="1"/>
          </p:cNvSpPr>
          <p:nvPr>
            <p:ph type="body" idx="1"/>
          </p:nvPr>
        </p:nvSpPr>
        <p:spPr>
          <a:xfrm>
            <a:off x="479376" y="1077687"/>
            <a:ext cx="11161240" cy="4996543"/>
          </a:xfrm>
        </p:spPr>
        <p:txBody>
          <a:bodyPr/>
          <a:lstStyle/>
          <a:p>
            <a:pPr>
              <a:lnSpc>
                <a:spcPct val="90000"/>
              </a:lnSpc>
            </a:pPr>
            <a:r>
              <a:rPr lang="en-US" altLang="en-US" dirty="0"/>
              <a:t>Simple Arduino is all about serial, not USB</a:t>
            </a:r>
          </a:p>
          <a:p>
            <a:pPr>
              <a:lnSpc>
                <a:spcPct val="90000"/>
              </a:lnSpc>
            </a:pPr>
            <a:r>
              <a:rPr lang="en-US" altLang="en-US" dirty="0"/>
              <a:t>So interfacing to things like USB flash drives, USB hard disks, USB webcams, etc. is not possible</a:t>
            </a:r>
          </a:p>
          <a:p>
            <a:pPr>
              <a:lnSpc>
                <a:spcPct val="90000"/>
              </a:lnSpc>
            </a:pPr>
            <a:r>
              <a:rPr lang="en-US" altLang="en-US" dirty="0"/>
              <a:t>Also, USB is a host/peripheral protocol</a:t>
            </a:r>
          </a:p>
          <a:p>
            <a:pPr>
              <a:lnSpc>
                <a:spcPct val="90000"/>
              </a:lnSpc>
            </a:pPr>
            <a:r>
              <a:rPr lang="en-US" altLang="en-US" dirty="0"/>
              <a:t>Being a USB “host” needs a lot of processing power and software, not good for a small 32kB microcontroller</a:t>
            </a:r>
          </a:p>
          <a:p>
            <a:pPr>
              <a:lnSpc>
                <a:spcPct val="90000"/>
              </a:lnSpc>
            </a:pPr>
            <a:r>
              <a:rPr lang="en-US" altLang="en-US" dirty="0"/>
              <a:t>But Arduino can be a USB peripheral.</a:t>
            </a:r>
          </a:p>
        </p:txBody>
      </p:sp>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10</a:t>
            </a:fld>
            <a:endParaRPr lang="en-US" altLang="en-US"/>
          </a:p>
        </p:txBody>
      </p:sp>
    </p:spTree>
    <p:extLst>
      <p:ext uri="{BB962C8B-B14F-4D97-AF65-F5344CB8AC3E}">
        <p14:creationId xmlns:p14="http://schemas.microsoft.com/office/powerpoint/2010/main" val="1914908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p:cNvSpPr>
          <p:nvPr>
            <p:ph type="title"/>
          </p:nvPr>
        </p:nvSpPr>
        <p:spPr>
          <a:xfrm>
            <a:off x="1055440" y="228600"/>
            <a:ext cx="10945215" cy="608112"/>
          </a:xfrm>
        </p:spPr>
        <p:txBody>
          <a:bodyPr/>
          <a:lstStyle/>
          <a:p>
            <a:r>
              <a:rPr lang="en-US" altLang="en-US" sz="3600" dirty="0"/>
              <a:t>Sending Information from Arduino to Your Computer</a:t>
            </a:r>
          </a:p>
        </p:txBody>
      </p:sp>
      <p:sp>
        <p:nvSpPr>
          <p:cNvPr id="84995" name="Rectangle 3"/>
          <p:cNvSpPr>
            <a:spLocks noGrp="1"/>
          </p:cNvSpPr>
          <p:nvPr>
            <p:ph type="body" idx="1"/>
          </p:nvPr>
        </p:nvSpPr>
        <p:spPr>
          <a:xfrm>
            <a:off x="839416" y="1600200"/>
            <a:ext cx="10729192" cy="381000"/>
          </a:xfrm>
        </p:spPr>
        <p:txBody>
          <a:bodyPr/>
          <a:lstStyle/>
          <a:p>
            <a:pPr>
              <a:lnSpc>
                <a:spcPct val="90000"/>
              </a:lnSpc>
            </a:pPr>
            <a:r>
              <a:rPr lang="en-US" altLang="en-US" sz="2100" dirty="0"/>
              <a:t>This sketch prints sequential numbers on the Serial Monitor:</a:t>
            </a:r>
          </a:p>
        </p:txBody>
      </p:sp>
      <p:sp>
        <p:nvSpPr>
          <p:cNvPr id="84996" name="Rectangle 4"/>
          <p:cNvSpPr>
            <a:spLocks noChangeArrowheads="1"/>
          </p:cNvSpPr>
          <p:nvPr/>
        </p:nvSpPr>
        <p:spPr bwMode="auto">
          <a:xfrm>
            <a:off x="1415480" y="2038351"/>
            <a:ext cx="7696200"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dirty="0">
                <a:latin typeface="Courier New" panose="02070309020205020404" pitchFamily="49" charset="0"/>
              </a:rPr>
              <a:t>void setup(){</a:t>
            </a:r>
          </a:p>
          <a:p>
            <a:r>
              <a:rPr lang="en-US" altLang="en-US" dirty="0">
                <a:latin typeface="Courier New" panose="02070309020205020404" pitchFamily="49" charset="0"/>
              </a:rPr>
              <a:t>  </a:t>
            </a:r>
            <a:r>
              <a:rPr lang="en-US" altLang="en-US" dirty="0" err="1">
                <a:latin typeface="Courier New" panose="02070309020205020404" pitchFamily="49" charset="0"/>
              </a:rPr>
              <a:t>Serial.begin</a:t>
            </a:r>
            <a:r>
              <a:rPr lang="en-US" altLang="en-US" dirty="0">
                <a:latin typeface="Courier New" panose="02070309020205020404" pitchFamily="49" charset="0"/>
              </a:rPr>
              <a:t>(9600); // send and receive at 9600 baud</a:t>
            </a:r>
          </a:p>
          <a:p>
            <a:r>
              <a:rPr lang="en-US" altLang="en-US" dirty="0">
                <a:latin typeface="Courier New" panose="02070309020205020404" pitchFamily="49" charset="0"/>
              </a:rPr>
              <a:t>}</a:t>
            </a:r>
          </a:p>
          <a:p>
            <a:r>
              <a:rPr lang="en-US" altLang="en-US" dirty="0" err="1">
                <a:latin typeface="Courier New" panose="02070309020205020404" pitchFamily="49" charset="0"/>
              </a:rPr>
              <a:t>int</a:t>
            </a:r>
            <a:r>
              <a:rPr lang="en-US" altLang="en-US" dirty="0">
                <a:latin typeface="Courier New" panose="02070309020205020404" pitchFamily="49" charset="0"/>
              </a:rPr>
              <a:t> number = 0;</a:t>
            </a:r>
          </a:p>
          <a:p>
            <a:r>
              <a:rPr lang="en-US" altLang="en-US" dirty="0">
                <a:latin typeface="Courier New" panose="02070309020205020404" pitchFamily="49" charset="0"/>
              </a:rPr>
              <a:t>void loop(){</a:t>
            </a:r>
          </a:p>
          <a:p>
            <a:r>
              <a:rPr lang="en-US" altLang="en-US" dirty="0">
                <a:latin typeface="Courier New" panose="02070309020205020404" pitchFamily="49" charset="0"/>
              </a:rPr>
              <a:t>  </a:t>
            </a:r>
            <a:r>
              <a:rPr lang="en-US" altLang="en-US" dirty="0" err="1">
                <a:latin typeface="Courier New" panose="02070309020205020404" pitchFamily="49" charset="0"/>
              </a:rPr>
              <a:t>Serial.print</a:t>
            </a:r>
            <a:r>
              <a:rPr lang="en-US" altLang="en-US" dirty="0">
                <a:latin typeface="Courier New" panose="02070309020205020404" pitchFamily="49" charset="0"/>
              </a:rPr>
              <a:t>("The number is ");</a:t>
            </a:r>
          </a:p>
          <a:p>
            <a:r>
              <a:rPr lang="en-US" altLang="en-US" dirty="0">
                <a:latin typeface="Courier New" panose="02070309020205020404" pitchFamily="49" charset="0"/>
              </a:rPr>
              <a:t>  </a:t>
            </a:r>
            <a:r>
              <a:rPr lang="en-US" altLang="en-US" dirty="0" err="1">
                <a:latin typeface="Courier New" panose="02070309020205020404" pitchFamily="49" charset="0"/>
              </a:rPr>
              <a:t>Serial.println</a:t>
            </a:r>
            <a:r>
              <a:rPr lang="en-US" altLang="en-US" dirty="0">
                <a:latin typeface="Courier New" panose="02070309020205020404" pitchFamily="49" charset="0"/>
              </a:rPr>
              <a:t>(number); // print the number</a:t>
            </a:r>
          </a:p>
          <a:p>
            <a:r>
              <a:rPr lang="en-US" altLang="en-US" dirty="0">
                <a:latin typeface="Courier New" panose="02070309020205020404" pitchFamily="49" charset="0"/>
              </a:rPr>
              <a:t>  delay(500); // delay half second between numbers</a:t>
            </a:r>
          </a:p>
          <a:p>
            <a:r>
              <a:rPr lang="en-US" altLang="en-US" dirty="0">
                <a:latin typeface="Courier New" panose="02070309020205020404" pitchFamily="49" charset="0"/>
              </a:rPr>
              <a:t>  number++; // to the next number</a:t>
            </a:r>
          </a:p>
          <a:p>
            <a:r>
              <a:rPr lang="en-US" altLang="en-US" dirty="0">
                <a:latin typeface="Courier New" panose="02070309020205020404" pitchFamily="49" charset="0"/>
              </a:rPr>
              <a:t>}</a:t>
            </a:r>
          </a:p>
        </p:txBody>
      </p:sp>
      <p:sp>
        <p:nvSpPr>
          <p:cNvPr id="84997" name="Rectangle 5"/>
          <p:cNvSpPr>
            <a:spLocks noChangeArrowheads="1"/>
          </p:cNvSpPr>
          <p:nvPr/>
        </p:nvSpPr>
        <p:spPr bwMode="auto">
          <a:xfrm>
            <a:off x="2351584" y="5257800"/>
            <a:ext cx="45720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dirty="0">
                <a:latin typeface="Tw Cen MT" panose="020B0602020104020603" pitchFamily="34" charset="0"/>
              </a:rPr>
              <a:t>The number is 0</a:t>
            </a:r>
          </a:p>
          <a:p>
            <a:r>
              <a:rPr lang="en-US" altLang="en-US" dirty="0">
                <a:latin typeface="Tw Cen MT" panose="020B0602020104020603" pitchFamily="34" charset="0"/>
              </a:rPr>
              <a:t>The number is 1</a:t>
            </a:r>
          </a:p>
          <a:p>
            <a:r>
              <a:rPr lang="en-US" altLang="en-US" dirty="0">
                <a:latin typeface="Tw Cen MT" panose="020B0602020104020603" pitchFamily="34" charset="0"/>
              </a:rPr>
              <a:t>The number is 2</a:t>
            </a:r>
          </a:p>
        </p:txBody>
      </p:sp>
      <p:sp>
        <p:nvSpPr>
          <p:cNvPr id="84998" name="Rectangle 6"/>
          <p:cNvSpPr>
            <a:spLocks/>
          </p:cNvSpPr>
          <p:nvPr/>
        </p:nvSpPr>
        <p:spPr bwMode="auto">
          <a:xfrm>
            <a:off x="2127312" y="4883250"/>
            <a:ext cx="815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639763" indent="-2730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indent="-228600" fontAlgn="base">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indent="-228600" fontAlgn="base">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indent="-228600" fontAlgn="base">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indent="-228600" fontAlgn="base">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nSpc>
                <a:spcPct val="90000"/>
              </a:lnSpc>
            </a:pPr>
            <a:r>
              <a:rPr lang="en-US" altLang="en-US" sz="2100" dirty="0"/>
              <a:t>Output is:</a:t>
            </a:r>
          </a:p>
        </p:txBody>
      </p:sp>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11</a:t>
            </a:fld>
            <a:endParaRPr lang="en-US" altLang="en-US"/>
          </a:p>
        </p:txBody>
      </p:sp>
    </p:spTree>
    <p:extLst>
      <p:ext uri="{BB962C8B-B14F-4D97-AF65-F5344CB8AC3E}">
        <p14:creationId xmlns:p14="http://schemas.microsoft.com/office/powerpoint/2010/main" val="1259841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p:cNvSpPr>
          <p:nvPr>
            <p:ph type="title"/>
          </p:nvPr>
        </p:nvSpPr>
        <p:spPr>
          <a:xfrm>
            <a:off x="1055441" y="228601"/>
            <a:ext cx="9231560" cy="729343"/>
          </a:xfrm>
        </p:spPr>
        <p:txBody>
          <a:bodyPr/>
          <a:lstStyle/>
          <a:p>
            <a:r>
              <a:rPr lang="en-US" altLang="en-US" dirty="0"/>
              <a:t>Baud rate</a:t>
            </a:r>
          </a:p>
        </p:txBody>
      </p:sp>
      <p:sp>
        <p:nvSpPr>
          <p:cNvPr id="86024" name="Rectangle 8"/>
          <p:cNvSpPr>
            <a:spLocks noChangeArrowheads="1"/>
          </p:cNvSpPr>
          <p:nvPr/>
        </p:nvSpPr>
        <p:spPr bwMode="auto">
          <a:xfrm>
            <a:off x="767408" y="1946276"/>
            <a:ext cx="3194992"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dirty="0">
                <a:latin typeface="Tw Cen MT" panose="020B0602020104020603" pitchFamily="34" charset="0"/>
              </a:rPr>
              <a:t>First call the</a:t>
            </a:r>
          </a:p>
          <a:p>
            <a:r>
              <a:rPr lang="en-US" altLang="en-US" dirty="0" err="1">
                <a:latin typeface="Courier New" panose="02070309020205020404" pitchFamily="49" charset="0"/>
              </a:rPr>
              <a:t>Serial.begin</a:t>
            </a:r>
            <a:r>
              <a:rPr lang="en-US" altLang="en-US" dirty="0">
                <a:latin typeface="Courier New" panose="02070309020205020404" pitchFamily="49" charset="0"/>
              </a:rPr>
              <a:t>()</a:t>
            </a:r>
          </a:p>
          <a:p>
            <a:endParaRPr lang="en-US" altLang="en-US" dirty="0">
              <a:latin typeface="Courier New" panose="02070309020205020404" pitchFamily="49" charset="0"/>
            </a:endParaRPr>
          </a:p>
          <a:p>
            <a:r>
              <a:rPr lang="en-US" altLang="en-US" dirty="0">
                <a:latin typeface="Tw Cen MT" panose="020B0602020104020603" pitchFamily="34" charset="0"/>
              </a:rPr>
              <a:t>The function takes a single parameter: the desired communication speed (baud).</a:t>
            </a:r>
          </a:p>
          <a:p>
            <a:endParaRPr lang="en-US" altLang="en-US" dirty="0">
              <a:latin typeface="Tw Cen MT" panose="020B0602020104020603" pitchFamily="34" charset="0"/>
            </a:endParaRPr>
          </a:p>
          <a:p>
            <a:r>
              <a:rPr lang="en-US" altLang="en-US" dirty="0">
                <a:latin typeface="Tw Cen MT" panose="020B0602020104020603" pitchFamily="34" charset="0"/>
              </a:rPr>
              <a:t>You must use the same speed for the sending side and the receiving side.</a:t>
            </a:r>
          </a:p>
          <a:p>
            <a:endParaRPr lang="en-US" altLang="en-US" dirty="0">
              <a:latin typeface="Tw Cen MT" panose="020B0602020104020603" pitchFamily="34" charset="0"/>
            </a:endParaRPr>
          </a:p>
        </p:txBody>
      </p:sp>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12</a:t>
            </a:fld>
            <a:endParaRPr lang="en-US" altLang="en-US"/>
          </a:p>
        </p:txBody>
      </p:sp>
      <p:pic>
        <p:nvPicPr>
          <p:cNvPr id="8" name="Picture 7">
            <a:extLst>
              <a:ext uri="{FF2B5EF4-FFF2-40B4-BE49-F238E27FC236}">
                <a16:creationId xmlns:a16="http://schemas.microsoft.com/office/drawing/2014/main" id="{8B29F983-26F9-528A-8BCC-AE8A52F96E54}"/>
              </a:ext>
            </a:extLst>
          </p:cNvPr>
          <p:cNvPicPr>
            <a:picLocks noChangeAspect="1"/>
          </p:cNvPicPr>
          <p:nvPr/>
        </p:nvPicPr>
        <p:blipFill>
          <a:blip r:embed="rId2"/>
          <a:stretch>
            <a:fillRect/>
          </a:stretch>
        </p:blipFill>
        <p:spPr>
          <a:xfrm>
            <a:off x="3962400" y="157162"/>
            <a:ext cx="6611273" cy="6792273"/>
          </a:xfrm>
          <a:prstGeom prst="rect">
            <a:avLst/>
          </a:prstGeom>
        </p:spPr>
      </p:pic>
      <p:sp>
        <p:nvSpPr>
          <p:cNvPr id="86021" name="Rectangle 5"/>
          <p:cNvSpPr>
            <a:spLocks noChangeArrowheads="1"/>
          </p:cNvSpPr>
          <p:nvPr/>
        </p:nvSpPr>
        <p:spPr bwMode="auto">
          <a:xfrm>
            <a:off x="5159896" y="1717676"/>
            <a:ext cx="1600200" cy="22860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86022" name="Rectangle 6"/>
          <p:cNvSpPr>
            <a:spLocks noChangeArrowheads="1"/>
          </p:cNvSpPr>
          <p:nvPr/>
        </p:nvSpPr>
        <p:spPr bwMode="auto">
          <a:xfrm>
            <a:off x="9264352" y="4852613"/>
            <a:ext cx="787888" cy="237558"/>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Tree>
    <p:extLst>
      <p:ext uri="{BB962C8B-B14F-4D97-AF65-F5344CB8AC3E}">
        <p14:creationId xmlns:p14="http://schemas.microsoft.com/office/powerpoint/2010/main" val="177042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p:cNvSpPr>
          <p:nvPr>
            <p:ph type="title"/>
          </p:nvPr>
        </p:nvSpPr>
        <p:spPr>
          <a:xfrm>
            <a:off x="983432" y="228600"/>
            <a:ext cx="10801200" cy="762000"/>
          </a:xfrm>
        </p:spPr>
        <p:txBody>
          <a:bodyPr/>
          <a:lstStyle/>
          <a:p>
            <a:r>
              <a:rPr lang="en-US" altLang="en-US" dirty="0"/>
              <a:t>Sending information</a:t>
            </a:r>
          </a:p>
        </p:txBody>
      </p:sp>
      <p:sp>
        <p:nvSpPr>
          <p:cNvPr id="87043" name="Rectangle 3"/>
          <p:cNvSpPr>
            <a:spLocks noGrp="1"/>
          </p:cNvSpPr>
          <p:nvPr>
            <p:ph type="body" idx="1"/>
          </p:nvPr>
        </p:nvSpPr>
        <p:spPr>
          <a:xfrm>
            <a:off x="623392" y="1276350"/>
            <a:ext cx="11089232" cy="990600"/>
          </a:xfrm>
        </p:spPr>
        <p:txBody>
          <a:bodyPr/>
          <a:lstStyle/>
          <a:p>
            <a:r>
              <a:rPr lang="en-US" altLang="en-US" sz="2500" dirty="0"/>
              <a:t>You can display text using the </a:t>
            </a:r>
            <a:r>
              <a:rPr lang="en-US" altLang="en-US" sz="2500" dirty="0" err="1">
                <a:latin typeface="Courier New" panose="02070309020205020404" pitchFamily="49" charset="0"/>
              </a:rPr>
              <a:t>Serial.print</a:t>
            </a:r>
            <a:r>
              <a:rPr lang="en-US" altLang="en-US" sz="2500" dirty="0">
                <a:latin typeface="Courier New" panose="02070309020205020404" pitchFamily="49" charset="0"/>
              </a:rPr>
              <a:t>()</a:t>
            </a:r>
            <a:r>
              <a:rPr lang="en-US" altLang="en-US" sz="2500" dirty="0"/>
              <a:t>or </a:t>
            </a:r>
            <a:r>
              <a:rPr lang="en-US" altLang="en-US" sz="2500" dirty="0" err="1">
                <a:latin typeface="Courier New" panose="02070309020205020404" pitchFamily="49" charset="0"/>
              </a:rPr>
              <a:t>Serial.println</a:t>
            </a:r>
            <a:r>
              <a:rPr lang="en-US" altLang="en-US" sz="2500" dirty="0">
                <a:latin typeface="Courier New" panose="02070309020205020404" pitchFamily="49" charset="0"/>
              </a:rPr>
              <a:t>()</a:t>
            </a:r>
            <a:r>
              <a:rPr lang="en-US" altLang="en-US" sz="2500" dirty="0"/>
              <a:t> function</a:t>
            </a:r>
          </a:p>
        </p:txBody>
      </p:sp>
      <p:pic>
        <p:nvPicPr>
          <p:cNvPr id="870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155031"/>
            <a:ext cx="6324600" cy="158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7045" name="Rectangle 5"/>
          <p:cNvSpPr>
            <a:spLocks/>
          </p:cNvSpPr>
          <p:nvPr/>
        </p:nvSpPr>
        <p:spPr bwMode="auto">
          <a:xfrm>
            <a:off x="567267" y="3646488"/>
            <a:ext cx="10929333"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639763" indent="-2730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indent="-228600" fontAlgn="base">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indent="-228600" fontAlgn="base">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indent="-228600" fontAlgn="base">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indent="-228600" fontAlgn="base">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r>
              <a:rPr lang="en-US" altLang="en-US" sz="1800" dirty="0" err="1">
                <a:latin typeface="Courier New" panose="02070309020205020404" pitchFamily="49" charset="0"/>
              </a:rPr>
              <a:t>println</a:t>
            </a:r>
            <a:r>
              <a:rPr lang="en-US" altLang="en-US" sz="1800" dirty="0">
                <a:latin typeface="Courier New" panose="02070309020205020404" pitchFamily="49" charset="0"/>
              </a:rPr>
              <a:t>() </a:t>
            </a:r>
            <a:r>
              <a:rPr lang="en-US" altLang="en-US" sz="1800" dirty="0"/>
              <a:t>– prints the data followed by a carriage return character and a newline character </a:t>
            </a:r>
          </a:p>
          <a:p>
            <a:r>
              <a:rPr lang="en-US" altLang="en-US" sz="1800" dirty="0"/>
              <a:t>These commands can take many forms</a:t>
            </a:r>
          </a:p>
          <a:p>
            <a:r>
              <a:rPr lang="en-US" altLang="en-US" sz="1800" dirty="0"/>
              <a:t>Numbers are printed using an ASCII character for each digit</a:t>
            </a:r>
          </a:p>
          <a:p>
            <a:r>
              <a:rPr lang="en-US" altLang="en-US" sz="1800" dirty="0"/>
              <a:t>Floats are similarly printed as ASCII digits, defaulting to two decimal places</a:t>
            </a:r>
          </a:p>
          <a:p>
            <a:r>
              <a:rPr lang="en-US" altLang="en-US" sz="1800" dirty="0"/>
              <a:t>Bytes are sent as a single character</a:t>
            </a:r>
          </a:p>
          <a:p>
            <a:r>
              <a:rPr lang="en-US" altLang="en-US" sz="1800" dirty="0"/>
              <a:t>Characters and strings are sent as is </a:t>
            </a:r>
          </a:p>
        </p:txBody>
      </p:sp>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13</a:t>
            </a:fld>
            <a:endParaRPr lang="en-US" altLang="en-US"/>
          </a:p>
        </p:txBody>
      </p:sp>
    </p:spTree>
    <p:extLst>
      <p:ext uri="{BB962C8B-B14F-4D97-AF65-F5344CB8AC3E}">
        <p14:creationId xmlns:p14="http://schemas.microsoft.com/office/powerpoint/2010/main" val="321973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p:cNvSpPr>
          <p:nvPr>
            <p:ph type="title"/>
          </p:nvPr>
        </p:nvSpPr>
        <p:spPr>
          <a:xfrm>
            <a:off x="1199457" y="217714"/>
            <a:ext cx="9087544" cy="762000"/>
          </a:xfrm>
        </p:spPr>
        <p:txBody>
          <a:bodyPr/>
          <a:lstStyle/>
          <a:p>
            <a:r>
              <a:rPr lang="en-US" altLang="en-US" dirty="0"/>
              <a:t>Strings</a:t>
            </a:r>
          </a:p>
        </p:txBody>
      </p:sp>
      <p:sp>
        <p:nvSpPr>
          <p:cNvPr id="60420" name="Rectangle 4"/>
          <p:cNvSpPr>
            <a:spLocks noGrp="1" noChangeArrowheads="1"/>
          </p:cNvSpPr>
          <p:nvPr>
            <p:ph type="body" idx="1"/>
          </p:nvPr>
        </p:nvSpPr>
        <p:spPr>
          <a:xfrm>
            <a:off x="695400" y="1676400"/>
            <a:ext cx="11017224" cy="44958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80000"/>
              </a:lnSpc>
            </a:pPr>
            <a:r>
              <a:rPr lang="en-US" altLang="en-US" sz="1600" b="1" dirty="0"/>
              <a:t>String message = "This string"; //C++ type strings</a:t>
            </a:r>
          </a:p>
          <a:p>
            <a:pPr lvl="1">
              <a:lnSpc>
                <a:spcPct val="80000"/>
              </a:lnSpc>
            </a:pPr>
            <a:r>
              <a:rPr lang="en-US" altLang="en-US" sz="1600" b="1" dirty="0" err="1"/>
              <a:t>message.length</a:t>
            </a:r>
            <a:r>
              <a:rPr lang="en-US" altLang="en-US" sz="1600" b="1" dirty="0"/>
              <a:t>()</a:t>
            </a:r>
            <a:r>
              <a:rPr lang="en-US" altLang="en-US" sz="1600" dirty="0"/>
              <a:t> </a:t>
            </a:r>
            <a:br>
              <a:rPr lang="en-US" altLang="en-US" sz="1600" dirty="0"/>
            </a:br>
            <a:r>
              <a:rPr lang="en-US" altLang="en-US" sz="1600" dirty="0"/>
              <a:t>//provides </a:t>
            </a:r>
            <a:r>
              <a:rPr lang="en-US" altLang="en-US" sz="1600" dirty="0" err="1"/>
              <a:t>thenumber</a:t>
            </a:r>
            <a:r>
              <a:rPr lang="en-US" altLang="en-US" sz="1600" dirty="0"/>
              <a:t> of characters) in the string</a:t>
            </a:r>
          </a:p>
          <a:p>
            <a:pPr lvl="1">
              <a:lnSpc>
                <a:spcPct val="80000"/>
              </a:lnSpc>
            </a:pPr>
            <a:r>
              <a:rPr lang="en-US" altLang="en-US" sz="1600" b="1" dirty="0" err="1"/>
              <a:t>message.concat</a:t>
            </a:r>
            <a:r>
              <a:rPr lang="en-US" altLang="en-US" sz="1600" b="1" dirty="0"/>
              <a:t>(</a:t>
            </a:r>
            <a:r>
              <a:rPr lang="en-US" altLang="en-US" sz="1600" b="1" dirty="0" err="1"/>
              <a:t>anotherMessage</a:t>
            </a:r>
            <a:r>
              <a:rPr lang="en-US" altLang="en-US" sz="1600" b="1" dirty="0"/>
              <a:t>)</a:t>
            </a:r>
            <a:r>
              <a:rPr lang="en-US" altLang="en-US" sz="1600" dirty="0"/>
              <a:t> </a:t>
            </a:r>
            <a:br>
              <a:rPr lang="en-US" altLang="en-US" sz="1600" dirty="0"/>
            </a:br>
            <a:r>
              <a:rPr lang="en-US" altLang="en-US" sz="1600" dirty="0"/>
              <a:t>//appends the contents of </a:t>
            </a:r>
            <a:r>
              <a:rPr lang="en-US" altLang="en-US" sz="1600" dirty="0" err="1"/>
              <a:t>anotheMessage</a:t>
            </a:r>
            <a:r>
              <a:rPr lang="en-US" altLang="en-US" sz="1600" dirty="0"/>
              <a:t> to message (also + operator)</a:t>
            </a:r>
          </a:p>
          <a:p>
            <a:pPr lvl="1">
              <a:lnSpc>
                <a:spcPct val="80000"/>
              </a:lnSpc>
            </a:pPr>
            <a:r>
              <a:rPr lang="en-US" altLang="en-US" sz="1600" b="1" dirty="0" err="1"/>
              <a:t>message.substring</a:t>
            </a:r>
            <a:r>
              <a:rPr lang="en-US" altLang="en-US" sz="1600" b="1" dirty="0"/>
              <a:t>(s, e);</a:t>
            </a:r>
            <a:r>
              <a:rPr lang="en-US" altLang="en-US" sz="1600" dirty="0"/>
              <a:t> </a:t>
            </a:r>
            <a:br>
              <a:rPr lang="en-US" altLang="en-US" sz="1600" dirty="0"/>
            </a:br>
            <a:r>
              <a:rPr lang="en-US" altLang="en-US" sz="1600" dirty="0"/>
              <a:t>//returns a substring starting from s till e</a:t>
            </a:r>
          </a:p>
          <a:p>
            <a:pPr lvl="1">
              <a:lnSpc>
                <a:spcPct val="80000"/>
              </a:lnSpc>
            </a:pPr>
            <a:r>
              <a:rPr lang="en-US" altLang="en-US" sz="1600" dirty="0"/>
              <a:t>You can use the </a:t>
            </a:r>
            <a:r>
              <a:rPr lang="en-US" altLang="en-US" sz="1600" b="1" dirty="0" err="1"/>
              <a:t>indexOf</a:t>
            </a:r>
            <a:r>
              <a:rPr lang="en-US" altLang="en-US" sz="1600" dirty="0"/>
              <a:t> and </a:t>
            </a:r>
            <a:r>
              <a:rPr lang="en-US" altLang="en-US" sz="1600" b="1" dirty="0" err="1"/>
              <a:t>lastIndexOf</a:t>
            </a:r>
            <a:r>
              <a:rPr lang="en-US" altLang="en-US" sz="1600" b="1" dirty="0"/>
              <a:t> </a:t>
            </a:r>
            <a:r>
              <a:rPr lang="en-US" altLang="en-US" sz="1600" dirty="0"/>
              <a:t>functions to find an instance of a particular character in a string</a:t>
            </a:r>
            <a:br>
              <a:rPr lang="en-US" altLang="en-US" sz="1600" dirty="0"/>
            </a:br>
            <a:endParaRPr lang="en-US" altLang="en-US" sz="1600" dirty="0"/>
          </a:p>
          <a:p>
            <a:pPr>
              <a:lnSpc>
                <a:spcPct val="80000"/>
              </a:lnSpc>
            </a:pPr>
            <a:r>
              <a:rPr lang="en-US" altLang="en-US" sz="1600" b="1" dirty="0"/>
              <a:t>char message[8] = "Arduino"; //C type string</a:t>
            </a:r>
          </a:p>
          <a:p>
            <a:pPr lvl="1">
              <a:lnSpc>
                <a:spcPct val="80000"/>
              </a:lnSpc>
            </a:pPr>
            <a:r>
              <a:rPr lang="en-US" altLang="en-US" sz="1600" b="1" dirty="0" err="1"/>
              <a:t>int</a:t>
            </a:r>
            <a:r>
              <a:rPr lang="en-US" altLang="en-US" sz="1600" b="1" dirty="0"/>
              <a:t> length = </a:t>
            </a:r>
            <a:r>
              <a:rPr lang="en-US" altLang="en-US" sz="1600" b="1" dirty="0" err="1"/>
              <a:t>strlen</a:t>
            </a:r>
            <a:r>
              <a:rPr lang="en-US" altLang="en-US" sz="1600" b="1" dirty="0"/>
              <a:t>(message);</a:t>
            </a:r>
            <a:r>
              <a:rPr lang="en-US" altLang="en-US" sz="1600" dirty="0"/>
              <a:t> </a:t>
            </a:r>
            <a:br>
              <a:rPr lang="en-US" altLang="en-US" sz="1600" dirty="0"/>
            </a:br>
            <a:r>
              <a:rPr lang="en-US" altLang="en-US" sz="1600" dirty="0"/>
              <a:t>// return the number of characters in the string</a:t>
            </a:r>
          </a:p>
          <a:p>
            <a:pPr lvl="1">
              <a:lnSpc>
                <a:spcPct val="80000"/>
              </a:lnSpc>
            </a:pPr>
            <a:r>
              <a:rPr lang="en-US" altLang="en-US" sz="1600" b="1" dirty="0" err="1"/>
              <a:t>strcpy</a:t>
            </a:r>
            <a:r>
              <a:rPr lang="en-US" altLang="en-US" sz="1600" b="1" dirty="0"/>
              <a:t>(destination, source);</a:t>
            </a:r>
            <a:r>
              <a:rPr lang="en-US" altLang="en-US" sz="1600" dirty="0"/>
              <a:t> </a:t>
            </a:r>
            <a:br>
              <a:rPr lang="en-US" altLang="en-US" sz="1600" dirty="0"/>
            </a:br>
            <a:r>
              <a:rPr lang="en-US" altLang="en-US" sz="1600" dirty="0"/>
              <a:t>// copy string source to destination</a:t>
            </a:r>
          </a:p>
          <a:p>
            <a:pPr lvl="1">
              <a:lnSpc>
                <a:spcPct val="80000"/>
              </a:lnSpc>
            </a:pPr>
            <a:r>
              <a:rPr lang="en-US" altLang="en-US" sz="1600" b="1" dirty="0" err="1"/>
              <a:t>strcat</a:t>
            </a:r>
            <a:r>
              <a:rPr lang="en-US" altLang="en-US" sz="1600" b="1" dirty="0"/>
              <a:t>(destination, source);</a:t>
            </a:r>
            <a:r>
              <a:rPr lang="en-US" altLang="en-US" sz="1600" dirty="0"/>
              <a:t> </a:t>
            </a:r>
            <a:br>
              <a:rPr lang="en-US" altLang="en-US" sz="1600" dirty="0"/>
            </a:br>
            <a:r>
              <a:rPr lang="en-US" altLang="en-US" sz="1600" dirty="0"/>
              <a:t>// append source string to the end of the destination string</a:t>
            </a:r>
          </a:p>
          <a:p>
            <a:pPr lvl="1">
              <a:lnSpc>
                <a:spcPct val="80000"/>
              </a:lnSpc>
            </a:pPr>
            <a:r>
              <a:rPr lang="en-US" altLang="en-US" sz="1600" b="1" dirty="0"/>
              <a:t>if(</a:t>
            </a:r>
            <a:r>
              <a:rPr lang="en-US" altLang="en-US" sz="1600" b="1" dirty="0" err="1"/>
              <a:t>strcmp</a:t>
            </a:r>
            <a:r>
              <a:rPr lang="en-US" altLang="en-US" sz="1600" b="1" dirty="0"/>
              <a:t>(</a:t>
            </a:r>
            <a:r>
              <a:rPr lang="en-US" altLang="en-US" sz="1600" b="1" dirty="0" err="1"/>
              <a:t>str</a:t>
            </a:r>
            <a:r>
              <a:rPr lang="en-US" altLang="en-US" sz="1600" b="1" dirty="0"/>
              <a:t>, "Arduino") == 0) </a:t>
            </a:r>
            <a:br>
              <a:rPr lang="en-US" altLang="en-US" sz="1600" b="1" dirty="0"/>
            </a:br>
            <a:r>
              <a:rPr lang="en-US" altLang="en-US" sz="1600" dirty="0"/>
              <a:t>// do something if the variable </a:t>
            </a:r>
            <a:r>
              <a:rPr lang="en-US" altLang="en-US" sz="1600" dirty="0" err="1"/>
              <a:t>str</a:t>
            </a:r>
            <a:r>
              <a:rPr lang="en-US" altLang="en-US" sz="1600" dirty="0"/>
              <a:t> is equal to "Arduino"</a:t>
            </a:r>
          </a:p>
        </p:txBody>
      </p:sp>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14</a:t>
            </a:fld>
            <a:endParaRPr lang="en-US" altLang="en-US"/>
          </a:p>
        </p:txBody>
      </p:sp>
      <p:sp>
        <p:nvSpPr>
          <p:cNvPr id="7" name="TextBox 6"/>
          <p:cNvSpPr txBox="1"/>
          <p:nvPr/>
        </p:nvSpPr>
        <p:spPr>
          <a:xfrm>
            <a:off x="7583278" y="228600"/>
            <a:ext cx="2346592" cy="923330"/>
          </a:xfrm>
          <a:prstGeom prst="rect">
            <a:avLst/>
          </a:prstGeom>
          <a:solidFill>
            <a:schemeClr val="accent1">
              <a:lumMod val="50000"/>
            </a:schemeClr>
          </a:solidFill>
        </p:spPr>
        <p:txBody>
          <a:bodyPr wrap="square" rtlCol="0">
            <a:spAutoFit/>
          </a:bodyPr>
          <a:lstStyle/>
          <a:p>
            <a:r>
              <a:rPr lang="en-IE" dirty="0">
                <a:solidFill>
                  <a:srgbClr val="FFFF00"/>
                </a:solidFill>
              </a:rPr>
              <a:t>This is mostly for reference purposes here</a:t>
            </a:r>
          </a:p>
        </p:txBody>
      </p:sp>
    </p:spTree>
    <p:extLst>
      <p:ext uri="{BB962C8B-B14F-4D97-AF65-F5344CB8AC3E}">
        <p14:creationId xmlns:p14="http://schemas.microsoft.com/office/powerpoint/2010/main" val="3555602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p:cNvSpPr>
          <p:nvPr>
            <p:ph type="title"/>
          </p:nvPr>
        </p:nvSpPr>
        <p:spPr>
          <a:xfrm>
            <a:off x="1055440" y="228600"/>
            <a:ext cx="10657183" cy="751114"/>
          </a:xfrm>
        </p:spPr>
        <p:txBody>
          <a:bodyPr/>
          <a:lstStyle/>
          <a:p>
            <a:r>
              <a:rPr lang="en-US" altLang="en-US" dirty="0"/>
              <a:t>Comparing C type Strings</a:t>
            </a:r>
          </a:p>
        </p:txBody>
      </p:sp>
      <p:sp>
        <p:nvSpPr>
          <p:cNvPr id="63492" name="Rectangle 4"/>
          <p:cNvSpPr>
            <a:spLocks noChangeArrowheads="1"/>
          </p:cNvSpPr>
          <p:nvPr/>
        </p:nvSpPr>
        <p:spPr bwMode="auto">
          <a:xfrm>
            <a:off x="2133600" y="1828801"/>
            <a:ext cx="792480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b="1">
                <a:latin typeface="Courier New" panose="02070309020205020404" pitchFamily="49" charset="0"/>
              </a:rPr>
              <a:t>char str1[ ] = "left";</a:t>
            </a:r>
          </a:p>
          <a:p>
            <a:r>
              <a:rPr lang="en-US" altLang="en-US" b="1">
                <a:latin typeface="Courier New" panose="02070309020205020404" pitchFamily="49" charset="0"/>
              </a:rPr>
              <a:t>char str2[ ] = "right";</a:t>
            </a:r>
          </a:p>
          <a:p>
            <a:r>
              <a:rPr lang="en-US" altLang="en-US" b="1">
                <a:latin typeface="Courier New" panose="02070309020205020404" pitchFamily="49" charset="0"/>
              </a:rPr>
              <a:t>if(strcmp(str1, str2) == 0)</a:t>
            </a:r>
          </a:p>
          <a:p>
            <a:r>
              <a:rPr lang="en-US" altLang="en-US" b="1">
                <a:latin typeface="Courier New" panose="02070309020205020404" pitchFamily="49" charset="0"/>
              </a:rPr>
              <a:t>  Serial.print("strings are equal)</a:t>
            </a:r>
          </a:p>
          <a:p>
            <a:endParaRPr lang="en-US" altLang="en-US" b="1">
              <a:latin typeface="Courier New" panose="02070309020205020404" pitchFamily="49" charset="0"/>
            </a:endParaRPr>
          </a:p>
          <a:p>
            <a:endParaRPr lang="en-US" altLang="en-US" b="1">
              <a:latin typeface="Courier New" panose="02070309020205020404" pitchFamily="49" charset="0"/>
            </a:endParaRPr>
          </a:p>
          <a:p>
            <a:r>
              <a:rPr lang="en-US" altLang="en-US" b="1">
                <a:latin typeface="Courier New" panose="02070309020205020404" pitchFamily="49" charset="0"/>
              </a:rPr>
              <a:t>strcmp("left", "leftcenter") == 0) </a:t>
            </a:r>
          </a:p>
          <a:p>
            <a:r>
              <a:rPr lang="en-US" altLang="en-US" b="1">
                <a:latin typeface="Courier New" panose="02070309020205020404" pitchFamily="49" charset="0"/>
              </a:rPr>
              <a:t>// this will evaluate to false</a:t>
            </a:r>
          </a:p>
          <a:p>
            <a:endParaRPr lang="en-US" altLang="en-US" b="1">
              <a:latin typeface="Courier New" panose="02070309020205020404" pitchFamily="49" charset="0"/>
            </a:endParaRPr>
          </a:p>
          <a:p>
            <a:endParaRPr lang="en-US" altLang="en-US" b="1">
              <a:latin typeface="Courier New" panose="02070309020205020404" pitchFamily="49" charset="0"/>
            </a:endParaRPr>
          </a:p>
          <a:p>
            <a:r>
              <a:rPr lang="en-US" altLang="en-US" b="1">
                <a:latin typeface="Courier New" panose="02070309020205020404" pitchFamily="49" charset="0"/>
              </a:rPr>
              <a:t>strncmp("left", "leftcenter", 4) == 0) </a:t>
            </a:r>
          </a:p>
          <a:p>
            <a:r>
              <a:rPr lang="en-US" altLang="en-US" b="1">
                <a:latin typeface="Courier New" panose="02070309020205020404" pitchFamily="49" charset="0"/>
              </a:rPr>
              <a:t>// this will evaluate to true</a:t>
            </a:r>
          </a:p>
        </p:txBody>
      </p:sp>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15</a:t>
            </a:fld>
            <a:endParaRPr lang="en-US" altLang="en-US"/>
          </a:p>
        </p:txBody>
      </p:sp>
      <p:sp>
        <p:nvSpPr>
          <p:cNvPr id="7" name="TextBox 6"/>
          <p:cNvSpPr txBox="1"/>
          <p:nvPr/>
        </p:nvSpPr>
        <p:spPr>
          <a:xfrm>
            <a:off x="7940407" y="1031605"/>
            <a:ext cx="2346592" cy="923330"/>
          </a:xfrm>
          <a:prstGeom prst="rect">
            <a:avLst/>
          </a:prstGeom>
          <a:solidFill>
            <a:schemeClr val="accent1">
              <a:lumMod val="50000"/>
            </a:schemeClr>
          </a:solidFill>
        </p:spPr>
        <p:txBody>
          <a:bodyPr wrap="square" rtlCol="0">
            <a:spAutoFit/>
          </a:bodyPr>
          <a:lstStyle/>
          <a:p>
            <a:r>
              <a:rPr lang="en-IE" dirty="0">
                <a:solidFill>
                  <a:srgbClr val="FFFF00"/>
                </a:solidFill>
              </a:rPr>
              <a:t>This is mostly for reference purposes here</a:t>
            </a:r>
          </a:p>
        </p:txBody>
      </p:sp>
    </p:spTree>
    <p:extLst>
      <p:ext uri="{BB962C8B-B14F-4D97-AF65-F5344CB8AC3E}">
        <p14:creationId xmlns:p14="http://schemas.microsoft.com/office/powerpoint/2010/main" val="1368994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p:cNvSpPr>
          <p:nvPr>
            <p:ph type="title"/>
          </p:nvPr>
        </p:nvSpPr>
        <p:spPr>
          <a:xfrm>
            <a:off x="1127448" y="228600"/>
            <a:ext cx="10657183" cy="751114"/>
          </a:xfrm>
        </p:spPr>
        <p:txBody>
          <a:bodyPr/>
          <a:lstStyle/>
          <a:p>
            <a:r>
              <a:rPr lang="en-US" altLang="en-US" dirty="0"/>
              <a:t>String Object</a:t>
            </a:r>
          </a:p>
        </p:txBody>
      </p:sp>
      <p:sp>
        <p:nvSpPr>
          <p:cNvPr id="89091" name="Rectangle 3"/>
          <p:cNvSpPr>
            <a:spLocks noGrp="1"/>
          </p:cNvSpPr>
          <p:nvPr>
            <p:ph type="body" idx="1"/>
          </p:nvPr>
        </p:nvSpPr>
        <p:spPr>
          <a:xfrm>
            <a:off x="695400" y="1600200"/>
            <a:ext cx="10929333" cy="5029200"/>
          </a:xfrm>
        </p:spPr>
        <p:txBody>
          <a:bodyPr/>
          <a:lstStyle/>
          <a:p>
            <a:pPr>
              <a:lnSpc>
                <a:spcPct val="80000"/>
              </a:lnSpc>
            </a:pPr>
            <a:r>
              <a:rPr lang="en-US" altLang="en-US" sz="1800" dirty="0" err="1"/>
              <a:t>charAt</a:t>
            </a:r>
            <a:r>
              <a:rPr lang="en-US" altLang="en-US" sz="1800" dirty="0"/>
              <a:t>(n) or [n] - Access a particular character of the String</a:t>
            </a:r>
          </a:p>
          <a:p>
            <a:pPr>
              <a:lnSpc>
                <a:spcPct val="80000"/>
              </a:lnSpc>
            </a:pPr>
            <a:r>
              <a:rPr lang="en-US" altLang="en-US" sz="1800" dirty="0" err="1"/>
              <a:t>concat</a:t>
            </a:r>
            <a:r>
              <a:rPr lang="en-US" altLang="en-US" sz="1800" dirty="0"/>
              <a:t>(parameter) or + - Appends the parameter to a String </a:t>
            </a:r>
          </a:p>
          <a:p>
            <a:pPr>
              <a:lnSpc>
                <a:spcPct val="80000"/>
              </a:lnSpc>
            </a:pPr>
            <a:r>
              <a:rPr lang="en-US" altLang="en-US" sz="1800" dirty="0" err="1"/>
              <a:t>endsWith</a:t>
            </a:r>
            <a:r>
              <a:rPr lang="en-US" altLang="en-US" sz="1800" dirty="0"/>
              <a:t>(string2) - Tests whether or not a String ends with string2</a:t>
            </a:r>
          </a:p>
          <a:p>
            <a:pPr>
              <a:lnSpc>
                <a:spcPct val="80000"/>
              </a:lnSpc>
            </a:pPr>
            <a:r>
              <a:rPr lang="en-US" altLang="en-US" sz="1800" dirty="0"/>
              <a:t>equals(string2) or == - Compares two strings for equality (case sensitive)</a:t>
            </a:r>
          </a:p>
          <a:p>
            <a:pPr>
              <a:lnSpc>
                <a:spcPct val="80000"/>
              </a:lnSpc>
            </a:pPr>
            <a:r>
              <a:rPr lang="en-US" altLang="en-US" sz="1800" dirty="0" err="1"/>
              <a:t>indexOf</a:t>
            </a:r>
            <a:r>
              <a:rPr lang="en-US" altLang="en-US" sz="1800" dirty="0"/>
              <a:t>(</a:t>
            </a:r>
            <a:r>
              <a:rPr lang="en-US" altLang="en-US" sz="1800" dirty="0" err="1"/>
              <a:t>val</a:t>
            </a:r>
            <a:r>
              <a:rPr lang="en-US" altLang="en-US" sz="1800" dirty="0"/>
              <a:t>, [</a:t>
            </a:r>
            <a:r>
              <a:rPr lang="en-US" altLang="en-US" sz="1800" dirty="0" err="1"/>
              <a:t>strt</a:t>
            </a:r>
            <a:r>
              <a:rPr lang="en-US" altLang="en-US" sz="1800" dirty="0"/>
              <a:t>]) – locates </a:t>
            </a:r>
            <a:r>
              <a:rPr lang="en-US" altLang="en-US" sz="1800" dirty="0" err="1"/>
              <a:t>val</a:t>
            </a:r>
            <a:r>
              <a:rPr lang="en-US" altLang="en-US" sz="1800" dirty="0"/>
              <a:t> in a String by searching forward starting from </a:t>
            </a:r>
            <a:r>
              <a:rPr lang="en-US" altLang="en-US" sz="1800" dirty="0" err="1"/>
              <a:t>strt</a:t>
            </a:r>
            <a:r>
              <a:rPr lang="en-US" altLang="en-US" sz="1800" dirty="0"/>
              <a:t> index. To search backward use </a:t>
            </a:r>
            <a:r>
              <a:rPr lang="en-US" altLang="en-US" sz="1800" dirty="0" err="1"/>
              <a:t>lastIndexOf</a:t>
            </a:r>
            <a:r>
              <a:rPr lang="en-US" altLang="en-US" sz="1800" dirty="0"/>
              <a:t>(</a:t>
            </a:r>
            <a:r>
              <a:rPr lang="en-US" altLang="en-US" sz="1800" dirty="0" err="1"/>
              <a:t>val</a:t>
            </a:r>
            <a:r>
              <a:rPr lang="en-US" altLang="en-US" sz="1800" dirty="0"/>
              <a:t>,[</a:t>
            </a:r>
            <a:r>
              <a:rPr lang="en-US" altLang="en-US" sz="1800" dirty="0" err="1"/>
              <a:t>strt</a:t>
            </a:r>
            <a:r>
              <a:rPr lang="en-US" altLang="en-US" sz="1800" dirty="0"/>
              <a:t>])</a:t>
            </a:r>
          </a:p>
          <a:p>
            <a:pPr>
              <a:lnSpc>
                <a:spcPct val="80000"/>
              </a:lnSpc>
            </a:pPr>
            <a:r>
              <a:rPr lang="en-US" altLang="en-US" sz="1800" dirty="0"/>
              <a:t>length() - Returns the length of the String, in characters </a:t>
            </a:r>
          </a:p>
          <a:p>
            <a:pPr>
              <a:lnSpc>
                <a:spcPct val="80000"/>
              </a:lnSpc>
            </a:pPr>
            <a:r>
              <a:rPr lang="en-US" altLang="en-US" sz="1800" dirty="0"/>
              <a:t>remove(index,[count]) – remove all characters (or count </a:t>
            </a:r>
            <a:r>
              <a:rPr lang="en-US" altLang="en-US" sz="1800" dirty="0" err="1"/>
              <a:t>caracters</a:t>
            </a:r>
            <a:r>
              <a:rPr lang="en-US" altLang="en-US" sz="1800" dirty="0"/>
              <a:t> if given) from a String starting from index</a:t>
            </a:r>
          </a:p>
          <a:p>
            <a:pPr>
              <a:lnSpc>
                <a:spcPct val="80000"/>
              </a:lnSpc>
            </a:pPr>
            <a:r>
              <a:rPr lang="en-US" altLang="en-US" sz="1800" dirty="0"/>
              <a:t>replace(substring1, substring2) – Replace all instances of substring1 in a String to substring2</a:t>
            </a:r>
          </a:p>
          <a:p>
            <a:pPr>
              <a:lnSpc>
                <a:spcPct val="80000"/>
              </a:lnSpc>
            </a:pPr>
            <a:r>
              <a:rPr lang="en-US" altLang="en-US" sz="1800" dirty="0" err="1"/>
              <a:t>setCharAt</a:t>
            </a:r>
            <a:r>
              <a:rPr lang="en-US" altLang="en-US" sz="1800" dirty="0"/>
              <a:t>(index, c) - Sets a character to c at index of the String </a:t>
            </a:r>
          </a:p>
          <a:p>
            <a:pPr>
              <a:lnSpc>
                <a:spcPct val="80000"/>
              </a:lnSpc>
            </a:pPr>
            <a:r>
              <a:rPr lang="en-US" altLang="en-US" sz="1800" dirty="0" err="1"/>
              <a:t>startsWith</a:t>
            </a:r>
            <a:r>
              <a:rPr lang="en-US" altLang="en-US" sz="1800" dirty="0"/>
              <a:t>(string2) - Tests whether or not a String starts with the string2</a:t>
            </a:r>
          </a:p>
          <a:p>
            <a:pPr>
              <a:lnSpc>
                <a:spcPct val="80000"/>
              </a:lnSpc>
            </a:pPr>
            <a:r>
              <a:rPr lang="en-US" altLang="en-US" sz="1800" dirty="0"/>
              <a:t>substring(from, [to]) - Get a substring of a String, from - inclusive, to – exclusive</a:t>
            </a:r>
          </a:p>
          <a:p>
            <a:pPr>
              <a:lnSpc>
                <a:spcPct val="80000"/>
              </a:lnSpc>
            </a:pPr>
            <a:r>
              <a:rPr lang="en-US" altLang="en-US" sz="1800" dirty="0" err="1"/>
              <a:t>toInt</a:t>
            </a:r>
            <a:r>
              <a:rPr lang="en-US" altLang="en-US" sz="1800" dirty="0"/>
              <a:t>() or </a:t>
            </a:r>
            <a:r>
              <a:rPr lang="en-US" altLang="en-US" sz="1800" dirty="0" err="1"/>
              <a:t>toFloat</a:t>
            </a:r>
            <a:r>
              <a:rPr lang="en-US" altLang="en-US" sz="1800" dirty="0"/>
              <a:t>() - Converts a valid String to an integer or float</a:t>
            </a:r>
          </a:p>
          <a:p>
            <a:pPr>
              <a:lnSpc>
                <a:spcPct val="80000"/>
              </a:lnSpc>
            </a:pPr>
            <a:r>
              <a:rPr lang="en-US" altLang="en-US" sz="1800" dirty="0" err="1"/>
              <a:t>toLowerCase</a:t>
            </a:r>
            <a:r>
              <a:rPr lang="en-US" altLang="en-US" sz="1800" dirty="0"/>
              <a:t>() or </a:t>
            </a:r>
            <a:r>
              <a:rPr lang="en-US" altLang="en-US" sz="1800" dirty="0" err="1"/>
              <a:t>toUpperCase</a:t>
            </a:r>
            <a:r>
              <a:rPr lang="en-US" altLang="en-US" sz="1800" dirty="0"/>
              <a:t>() - Get a lower-case or upper-case version of a String </a:t>
            </a:r>
          </a:p>
          <a:p>
            <a:pPr>
              <a:lnSpc>
                <a:spcPct val="80000"/>
              </a:lnSpc>
            </a:pPr>
            <a:r>
              <a:rPr lang="en-US" altLang="en-US" sz="1800" dirty="0"/>
              <a:t>trim() - Get a version of the String with any leading and trailing whitespace removed </a:t>
            </a:r>
          </a:p>
        </p:txBody>
      </p:sp>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16</a:t>
            </a:fld>
            <a:endParaRPr lang="en-US" altLang="en-US"/>
          </a:p>
        </p:txBody>
      </p:sp>
      <p:sp>
        <p:nvSpPr>
          <p:cNvPr id="5" name="TextBox 4"/>
          <p:cNvSpPr txBox="1"/>
          <p:nvPr/>
        </p:nvSpPr>
        <p:spPr>
          <a:xfrm>
            <a:off x="7583278" y="228600"/>
            <a:ext cx="2346592" cy="923330"/>
          </a:xfrm>
          <a:prstGeom prst="rect">
            <a:avLst/>
          </a:prstGeom>
          <a:solidFill>
            <a:schemeClr val="accent1">
              <a:lumMod val="50000"/>
            </a:schemeClr>
          </a:solidFill>
        </p:spPr>
        <p:txBody>
          <a:bodyPr wrap="square" rtlCol="0">
            <a:spAutoFit/>
          </a:bodyPr>
          <a:lstStyle/>
          <a:p>
            <a:r>
              <a:rPr lang="en-IE" dirty="0">
                <a:solidFill>
                  <a:srgbClr val="FFFF00"/>
                </a:solidFill>
              </a:rPr>
              <a:t>This is mostly for reference purposes here</a:t>
            </a:r>
          </a:p>
        </p:txBody>
      </p:sp>
    </p:spTree>
    <p:extLst>
      <p:ext uri="{BB962C8B-B14F-4D97-AF65-F5344CB8AC3E}">
        <p14:creationId xmlns:p14="http://schemas.microsoft.com/office/powerpoint/2010/main" val="1289724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p:cNvSpPr>
          <p:nvPr>
            <p:ph type="title"/>
          </p:nvPr>
        </p:nvSpPr>
        <p:spPr>
          <a:xfrm>
            <a:off x="1127448" y="228601"/>
            <a:ext cx="10657183" cy="740229"/>
          </a:xfrm>
        </p:spPr>
        <p:txBody>
          <a:bodyPr/>
          <a:lstStyle/>
          <a:p>
            <a:r>
              <a:rPr lang="en-US" altLang="en-US" dirty="0"/>
              <a:t>Mathematical Operators</a:t>
            </a:r>
          </a:p>
        </p:txBody>
      </p:sp>
      <p:pic>
        <p:nvPicPr>
          <p:cNvPr id="7168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676400"/>
            <a:ext cx="4114800"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971800"/>
            <a:ext cx="30480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3581401"/>
            <a:ext cx="7010400"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1" y="4495801"/>
            <a:ext cx="5832475" cy="175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17</a:t>
            </a:fld>
            <a:endParaRPr lang="en-US" altLang="en-US"/>
          </a:p>
        </p:txBody>
      </p:sp>
      <p:sp>
        <p:nvSpPr>
          <p:cNvPr id="10" name="TextBox 9"/>
          <p:cNvSpPr txBox="1"/>
          <p:nvPr/>
        </p:nvSpPr>
        <p:spPr>
          <a:xfrm>
            <a:off x="7814632" y="1083568"/>
            <a:ext cx="2346592" cy="923330"/>
          </a:xfrm>
          <a:prstGeom prst="rect">
            <a:avLst/>
          </a:prstGeom>
          <a:solidFill>
            <a:schemeClr val="accent1">
              <a:lumMod val="50000"/>
            </a:schemeClr>
          </a:solidFill>
        </p:spPr>
        <p:txBody>
          <a:bodyPr wrap="square" rtlCol="0">
            <a:spAutoFit/>
          </a:bodyPr>
          <a:lstStyle/>
          <a:p>
            <a:r>
              <a:rPr lang="en-IE" dirty="0">
                <a:solidFill>
                  <a:srgbClr val="FFFF00"/>
                </a:solidFill>
              </a:rPr>
              <a:t>This is mostly for reference purposes here</a:t>
            </a:r>
          </a:p>
        </p:txBody>
      </p:sp>
    </p:spTree>
    <p:extLst>
      <p:ext uri="{BB962C8B-B14F-4D97-AF65-F5344CB8AC3E}">
        <p14:creationId xmlns:p14="http://schemas.microsoft.com/office/powerpoint/2010/main" val="4112757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p:cNvSpPr>
          <p:nvPr>
            <p:ph type="title"/>
          </p:nvPr>
        </p:nvSpPr>
        <p:spPr>
          <a:xfrm>
            <a:off x="1055441" y="228601"/>
            <a:ext cx="9231560" cy="752128"/>
          </a:xfrm>
        </p:spPr>
        <p:txBody>
          <a:bodyPr/>
          <a:lstStyle/>
          <a:p>
            <a:r>
              <a:rPr lang="en-US" altLang="en-US" sz="3600" dirty="0"/>
              <a:t>Compare Character and Numeric Values</a:t>
            </a:r>
          </a:p>
        </p:txBody>
      </p:sp>
      <p:pic>
        <p:nvPicPr>
          <p:cNvPr id="624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9496" y="2132856"/>
            <a:ext cx="8320088" cy="356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18</a:t>
            </a:fld>
            <a:endParaRPr lang="en-US" altLang="en-US"/>
          </a:p>
        </p:txBody>
      </p:sp>
      <p:sp>
        <p:nvSpPr>
          <p:cNvPr id="7" name="TextBox 6"/>
          <p:cNvSpPr txBox="1"/>
          <p:nvPr/>
        </p:nvSpPr>
        <p:spPr>
          <a:xfrm>
            <a:off x="7759548" y="884874"/>
            <a:ext cx="2346592" cy="923330"/>
          </a:xfrm>
          <a:prstGeom prst="rect">
            <a:avLst/>
          </a:prstGeom>
          <a:solidFill>
            <a:schemeClr val="accent1">
              <a:lumMod val="50000"/>
            </a:schemeClr>
          </a:solidFill>
        </p:spPr>
        <p:txBody>
          <a:bodyPr wrap="square" rtlCol="0">
            <a:spAutoFit/>
          </a:bodyPr>
          <a:lstStyle/>
          <a:p>
            <a:r>
              <a:rPr lang="en-IE" dirty="0">
                <a:solidFill>
                  <a:srgbClr val="FFFF00"/>
                </a:solidFill>
              </a:rPr>
              <a:t>This is mostly for reference purposes here</a:t>
            </a:r>
          </a:p>
        </p:txBody>
      </p:sp>
    </p:spTree>
    <p:extLst>
      <p:ext uri="{BB962C8B-B14F-4D97-AF65-F5344CB8AC3E}">
        <p14:creationId xmlns:p14="http://schemas.microsoft.com/office/powerpoint/2010/main" val="2180741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p:cNvSpPr>
          <p:nvPr>
            <p:ph type="title"/>
          </p:nvPr>
        </p:nvSpPr>
        <p:spPr>
          <a:xfrm>
            <a:off x="1127449" y="228600"/>
            <a:ext cx="9159552" cy="772886"/>
          </a:xfrm>
        </p:spPr>
        <p:txBody>
          <a:bodyPr/>
          <a:lstStyle/>
          <a:p>
            <a:r>
              <a:rPr lang="en-US" altLang="en-US" dirty="0"/>
              <a:t>Logical and Bitwise operators</a:t>
            </a:r>
          </a:p>
        </p:txBody>
      </p:sp>
      <p:pic>
        <p:nvPicPr>
          <p:cNvPr id="6451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3236728"/>
            <a:ext cx="7010400" cy="2690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4517" name="Rectangle 5"/>
          <p:cNvSpPr>
            <a:spLocks noGrp="1" noChangeArrowheads="1"/>
          </p:cNvSpPr>
          <p:nvPr>
            <p:ph type="body" idx="1"/>
          </p:nvPr>
        </p:nvSpPr>
        <p:spPr>
          <a:xfrm>
            <a:off x="767408" y="1628800"/>
            <a:ext cx="1620129" cy="42672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sz="1800" b="1" dirty="0"/>
          </a:p>
          <a:p>
            <a:r>
              <a:rPr lang="en-US" altLang="en-US" sz="1800" b="1" dirty="0"/>
              <a:t>Logical operators</a:t>
            </a:r>
          </a:p>
          <a:p>
            <a:endParaRPr lang="en-US" altLang="en-US" sz="1800" b="1" dirty="0"/>
          </a:p>
          <a:p>
            <a:endParaRPr lang="en-US" altLang="en-US" sz="1800" b="1" dirty="0"/>
          </a:p>
          <a:p>
            <a:endParaRPr lang="en-US" altLang="en-US" sz="1800" b="1" dirty="0"/>
          </a:p>
          <a:p>
            <a:endParaRPr lang="en-US" altLang="en-US" sz="1800" b="1" dirty="0"/>
          </a:p>
          <a:p>
            <a:endParaRPr lang="en-US" altLang="en-US" sz="1800" b="1" dirty="0"/>
          </a:p>
          <a:p>
            <a:endParaRPr lang="en-US" altLang="en-US" sz="1800" b="1" dirty="0"/>
          </a:p>
          <a:p>
            <a:r>
              <a:rPr lang="en-US" altLang="en-US" sz="1800" b="1" dirty="0"/>
              <a:t>Bitwise operators</a:t>
            </a:r>
          </a:p>
        </p:txBody>
      </p:sp>
      <p:pic>
        <p:nvPicPr>
          <p:cNvPr id="6451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9656" y="1699418"/>
            <a:ext cx="7010400"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19</a:t>
            </a:fld>
            <a:endParaRPr lang="en-US" altLang="en-US"/>
          </a:p>
        </p:txBody>
      </p:sp>
      <p:sp>
        <p:nvSpPr>
          <p:cNvPr id="9" name="TextBox 8"/>
          <p:cNvSpPr txBox="1"/>
          <p:nvPr/>
        </p:nvSpPr>
        <p:spPr>
          <a:xfrm>
            <a:off x="7940407" y="930459"/>
            <a:ext cx="2346592" cy="923330"/>
          </a:xfrm>
          <a:prstGeom prst="rect">
            <a:avLst/>
          </a:prstGeom>
          <a:solidFill>
            <a:schemeClr val="accent1">
              <a:lumMod val="50000"/>
            </a:schemeClr>
          </a:solidFill>
        </p:spPr>
        <p:txBody>
          <a:bodyPr wrap="square" rtlCol="0">
            <a:spAutoFit/>
          </a:bodyPr>
          <a:lstStyle/>
          <a:p>
            <a:r>
              <a:rPr lang="en-IE" dirty="0">
                <a:solidFill>
                  <a:srgbClr val="FFFF00"/>
                </a:solidFill>
              </a:rPr>
              <a:t>This is mostly for reference purposes here</a:t>
            </a:r>
          </a:p>
        </p:txBody>
      </p:sp>
    </p:spTree>
    <p:extLst>
      <p:ext uri="{BB962C8B-B14F-4D97-AF65-F5344CB8AC3E}">
        <p14:creationId xmlns:p14="http://schemas.microsoft.com/office/powerpoint/2010/main" val="4273350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a:xfrm>
            <a:off x="1199456" y="228601"/>
            <a:ext cx="9271694" cy="729867"/>
          </a:xfrm>
        </p:spPr>
        <p:txBody>
          <a:bodyPr/>
          <a:lstStyle/>
          <a:p>
            <a:r>
              <a:rPr lang="en-US" altLang="en-US" sz="3600" dirty="0"/>
              <a:t>Combine Operations and Assignment</a:t>
            </a:r>
          </a:p>
        </p:txBody>
      </p:sp>
      <p:pic>
        <p:nvPicPr>
          <p:cNvPr id="655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7777" y="1844824"/>
            <a:ext cx="8733023" cy="3687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20</a:t>
            </a:fld>
            <a:endParaRPr lang="en-US" altLang="en-US"/>
          </a:p>
        </p:txBody>
      </p:sp>
      <p:sp>
        <p:nvSpPr>
          <p:cNvPr id="7" name="TextBox 6"/>
          <p:cNvSpPr txBox="1"/>
          <p:nvPr/>
        </p:nvSpPr>
        <p:spPr>
          <a:xfrm>
            <a:off x="7715481" y="1100435"/>
            <a:ext cx="2346592" cy="923330"/>
          </a:xfrm>
          <a:prstGeom prst="rect">
            <a:avLst/>
          </a:prstGeom>
          <a:solidFill>
            <a:schemeClr val="accent1">
              <a:lumMod val="50000"/>
            </a:schemeClr>
          </a:solidFill>
        </p:spPr>
        <p:txBody>
          <a:bodyPr wrap="square" rtlCol="0">
            <a:spAutoFit/>
          </a:bodyPr>
          <a:lstStyle/>
          <a:p>
            <a:r>
              <a:rPr lang="en-IE" dirty="0">
                <a:solidFill>
                  <a:srgbClr val="FFFF00"/>
                </a:solidFill>
              </a:rPr>
              <a:t>This is mostly for reference purposes here</a:t>
            </a:r>
          </a:p>
        </p:txBody>
      </p:sp>
    </p:spTree>
    <p:extLst>
      <p:ext uri="{BB962C8B-B14F-4D97-AF65-F5344CB8AC3E}">
        <p14:creationId xmlns:p14="http://schemas.microsoft.com/office/powerpoint/2010/main" val="3967275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p:cNvSpPr>
          <p:nvPr>
            <p:ph type="title"/>
          </p:nvPr>
        </p:nvSpPr>
        <p:spPr>
          <a:xfrm>
            <a:off x="983432" y="108858"/>
            <a:ext cx="10585175" cy="849086"/>
          </a:xfrm>
        </p:spPr>
        <p:txBody>
          <a:bodyPr/>
          <a:lstStyle/>
          <a:p>
            <a:r>
              <a:rPr lang="en-US" altLang="en-US" sz="3600" dirty="0"/>
              <a:t>Advanced Mathematical Operators</a:t>
            </a:r>
          </a:p>
        </p:txBody>
      </p:sp>
      <p:pic>
        <p:nvPicPr>
          <p:cNvPr id="727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1773" y="1530896"/>
            <a:ext cx="6019800"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0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1773" y="2216696"/>
            <a:ext cx="8229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1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7974" y="2826296"/>
            <a:ext cx="6875463"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1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7973" y="3207295"/>
            <a:ext cx="2133600" cy="30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12"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98774" y="3231109"/>
            <a:ext cx="5249863" cy="280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13"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7973" y="3920083"/>
            <a:ext cx="5334000"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14"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07973" y="4631283"/>
            <a:ext cx="3048000" cy="132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21</a:t>
            </a:fld>
            <a:endParaRPr lang="en-US" altLang="en-US"/>
          </a:p>
        </p:txBody>
      </p:sp>
      <p:sp>
        <p:nvSpPr>
          <p:cNvPr id="13" name="TextBox 12"/>
          <p:cNvSpPr txBox="1"/>
          <p:nvPr/>
        </p:nvSpPr>
        <p:spPr>
          <a:xfrm>
            <a:off x="8124558" y="1068487"/>
            <a:ext cx="2346592" cy="923330"/>
          </a:xfrm>
          <a:prstGeom prst="rect">
            <a:avLst/>
          </a:prstGeom>
          <a:solidFill>
            <a:schemeClr val="accent1">
              <a:lumMod val="50000"/>
            </a:schemeClr>
          </a:solidFill>
        </p:spPr>
        <p:txBody>
          <a:bodyPr wrap="square" rtlCol="0">
            <a:spAutoFit/>
          </a:bodyPr>
          <a:lstStyle/>
          <a:p>
            <a:r>
              <a:rPr lang="en-IE" dirty="0">
                <a:solidFill>
                  <a:srgbClr val="FFFF00"/>
                </a:solidFill>
              </a:rPr>
              <a:t>This is mostly for reference purposes here</a:t>
            </a:r>
          </a:p>
        </p:txBody>
      </p:sp>
    </p:spTree>
    <p:extLst>
      <p:ext uri="{BB962C8B-B14F-4D97-AF65-F5344CB8AC3E}">
        <p14:creationId xmlns:p14="http://schemas.microsoft.com/office/powerpoint/2010/main" val="316102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p:cNvSpPr>
          <p:nvPr>
            <p:ph type="title"/>
          </p:nvPr>
        </p:nvSpPr>
        <p:spPr>
          <a:xfrm>
            <a:off x="1127449" y="228601"/>
            <a:ext cx="9159552" cy="718457"/>
          </a:xfrm>
        </p:spPr>
        <p:txBody>
          <a:bodyPr/>
          <a:lstStyle/>
          <a:p>
            <a:r>
              <a:rPr lang="en-US" altLang="en-US" dirty="0"/>
              <a:t>Other Useful Operators</a:t>
            </a:r>
          </a:p>
        </p:txBody>
      </p:sp>
      <p:pic>
        <p:nvPicPr>
          <p:cNvPr id="7373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424" y="1695960"/>
            <a:ext cx="812006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373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424" y="2000759"/>
            <a:ext cx="8194675" cy="239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373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1424" y="1467360"/>
            <a:ext cx="8170863" cy="242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3735"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1424" y="2762760"/>
            <a:ext cx="8372475" cy="2668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3736"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1423" y="5812347"/>
            <a:ext cx="59436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22</a:t>
            </a:fld>
            <a:endParaRPr lang="en-US" altLang="en-US"/>
          </a:p>
        </p:txBody>
      </p:sp>
      <p:sp>
        <p:nvSpPr>
          <p:cNvPr id="11" name="TextBox 10"/>
          <p:cNvSpPr txBox="1"/>
          <p:nvPr/>
        </p:nvSpPr>
        <p:spPr>
          <a:xfrm>
            <a:off x="7909443" y="739080"/>
            <a:ext cx="2346592" cy="923330"/>
          </a:xfrm>
          <a:prstGeom prst="rect">
            <a:avLst/>
          </a:prstGeom>
          <a:solidFill>
            <a:schemeClr val="accent1">
              <a:lumMod val="50000"/>
            </a:schemeClr>
          </a:solidFill>
        </p:spPr>
        <p:txBody>
          <a:bodyPr wrap="square" rtlCol="0">
            <a:spAutoFit/>
          </a:bodyPr>
          <a:lstStyle/>
          <a:p>
            <a:r>
              <a:rPr lang="en-IE" dirty="0">
                <a:solidFill>
                  <a:srgbClr val="FFFF00"/>
                </a:solidFill>
              </a:rPr>
              <a:t>This is mostly for reference purposes here</a:t>
            </a:r>
          </a:p>
        </p:txBody>
      </p:sp>
    </p:spTree>
    <p:extLst>
      <p:ext uri="{BB962C8B-B14F-4D97-AF65-F5344CB8AC3E}">
        <p14:creationId xmlns:p14="http://schemas.microsoft.com/office/powerpoint/2010/main" val="42005583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p:cNvSpPr>
          <p:nvPr>
            <p:ph type="title"/>
          </p:nvPr>
        </p:nvSpPr>
        <p:spPr>
          <a:xfrm>
            <a:off x="1055440" y="228600"/>
            <a:ext cx="10729191" cy="751114"/>
          </a:xfrm>
        </p:spPr>
        <p:txBody>
          <a:bodyPr/>
          <a:lstStyle/>
          <a:p>
            <a:r>
              <a:rPr lang="en-US" altLang="en-US" dirty="0"/>
              <a:t>Functions</a:t>
            </a:r>
          </a:p>
        </p:txBody>
      </p:sp>
      <p:sp>
        <p:nvSpPr>
          <p:cNvPr id="61444" name="Rectangle 4"/>
          <p:cNvSpPr>
            <a:spLocks noGrp="1" noChangeArrowheads="1"/>
          </p:cNvSpPr>
          <p:nvPr>
            <p:ph type="body" idx="1"/>
          </p:nvPr>
        </p:nvSpPr>
        <p:spPr>
          <a:xfrm>
            <a:off x="1199456" y="2643237"/>
            <a:ext cx="8001000" cy="12065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80000"/>
              </a:lnSpc>
              <a:buFont typeface="Wingdings" panose="05000000000000000000" pitchFamily="2" charset="2"/>
              <a:buNone/>
            </a:pPr>
            <a:r>
              <a:rPr lang="en-US" altLang="en-US" sz="1800" dirty="0"/>
              <a:t>	Functions are declared by first declaring the function type. This is the type of value to be returned by the function such as 'int' for an integer type function. If no value is to be returned the function type would be void. After type, declare the name given to the function and in parenthesis any parameters being passed to the function. </a:t>
            </a:r>
          </a:p>
        </p:txBody>
      </p:sp>
      <p:sp>
        <p:nvSpPr>
          <p:cNvPr id="61445" name="Rectangle 5"/>
          <p:cNvSpPr>
            <a:spLocks noChangeArrowheads="1"/>
          </p:cNvSpPr>
          <p:nvPr/>
        </p:nvSpPr>
        <p:spPr bwMode="auto">
          <a:xfrm>
            <a:off x="1559496" y="1421905"/>
            <a:ext cx="4419600"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600" b="1">
                <a:latin typeface="Courier New" panose="02070309020205020404" pitchFamily="49" charset="0"/>
              </a:rPr>
              <a:t>type functionName(parameters) </a:t>
            </a:r>
          </a:p>
          <a:p>
            <a:r>
              <a:rPr lang="en-US" altLang="en-US" sz="1600" b="1">
                <a:latin typeface="Courier New" panose="02070309020205020404" pitchFamily="49" charset="0"/>
              </a:rPr>
              <a:t>{ </a:t>
            </a:r>
          </a:p>
          <a:p>
            <a:r>
              <a:rPr lang="en-US" altLang="en-US" sz="1600" b="1">
                <a:latin typeface="Courier New" panose="02070309020205020404" pitchFamily="49" charset="0"/>
              </a:rPr>
              <a:t>       statements; </a:t>
            </a:r>
          </a:p>
          <a:p>
            <a:r>
              <a:rPr lang="en-US" altLang="en-US" sz="1600" b="1">
                <a:latin typeface="Courier New" panose="02070309020205020404" pitchFamily="49" charset="0"/>
              </a:rPr>
              <a:t>} </a:t>
            </a:r>
          </a:p>
        </p:txBody>
      </p:sp>
      <p:sp>
        <p:nvSpPr>
          <p:cNvPr id="61446" name="Rectangle 6"/>
          <p:cNvSpPr>
            <a:spLocks noChangeArrowheads="1"/>
          </p:cNvSpPr>
          <p:nvPr/>
        </p:nvSpPr>
        <p:spPr bwMode="auto">
          <a:xfrm>
            <a:off x="1559496" y="4038104"/>
            <a:ext cx="7772400" cy="180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600" b="1">
                <a:latin typeface="Courier New" panose="02070309020205020404" pitchFamily="49" charset="0"/>
              </a:rPr>
              <a:t>int delayVal() </a:t>
            </a:r>
          </a:p>
          <a:p>
            <a:r>
              <a:rPr lang="en-US" altLang="en-US" sz="1600" b="1">
                <a:latin typeface="Courier New" panose="02070309020205020404" pitchFamily="49" charset="0"/>
              </a:rPr>
              <a:t>{ </a:t>
            </a:r>
          </a:p>
          <a:p>
            <a:r>
              <a:rPr lang="en-US" altLang="en-US" sz="1600" b="1">
                <a:latin typeface="Courier New" panose="02070309020205020404" pitchFamily="49" charset="0"/>
              </a:rPr>
              <a:t>     int v; // create temporary variable 'v' </a:t>
            </a:r>
          </a:p>
          <a:p>
            <a:r>
              <a:rPr lang="en-US" altLang="en-US" sz="1600" b="1">
                <a:latin typeface="Courier New" panose="02070309020205020404" pitchFamily="49" charset="0"/>
              </a:rPr>
              <a:t>     v = analogRead(pot); // read potentiometer value </a:t>
            </a:r>
          </a:p>
          <a:p>
            <a:r>
              <a:rPr lang="en-US" altLang="en-US" sz="1600" b="1">
                <a:latin typeface="Courier New" panose="02070309020205020404" pitchFamily="49" charset="0"/>
              </a:rPr>
              <a:t>     v /= 4; // converts 0-1023 to 0-255 </a:t>
            </a:r>
          </a:p>
          <a:p>
            <a:r>
              <a:rPr lang="en-US" altLang="en-US" sz="1600" b="1">
                <a:latin typeface="Courier New" panose="02070309020205020404" pitchFamily="49" charset="0"/>
              </a:rPr>
              <a:t>     return v; // return final value </a:t>
            </a:r>
          </a:p>
          <a:p>
            <a:r>
              <a:rPr lang="en-US" altLang="en-US" sz="1600" b="1">
                <a:latin typeface="Courier New" panose="02070309020205020404" pitchFamily="49" charset="0"/>
              </a:rPr>
              <a:t>} </a:t>
            </a:r>
          </a:p>
        </p:txBody>
      </p:sp>
      <p:sp>
        <p:nvSpPr>
          <p:cNvPr id="61447" name="Line 7"/>
          <p:cNvSpPr>
            <a:spLocks noChangeShapeType="1"/>
          </p:cNvSpPr>
          <p:nvPr/>
        </p:nvSpPr>
        <p:spPr bwMode="auto">
          <a:xfrm>
            <a:off x="1559496" y="2564904"/>
            <a:ext cx="777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61448" name="Line 8"/>
          <p:cNvSpPr>
            <a:spLocks noChangeShapeType="1"/>
          </p:cNvSpPr>
          <p:nvPr/>
        </p:nvSpPr>
        <p:spPr bwMode="auto">
          <a:xfrm>
            <a:off x="1559496" y="3936504"/>
            <a:ext cx="777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23</a:t>
            </a:fld>
            <a:endParaRPr lang="en-US" altLang="en-US"/>
          </a:p>
        </p:txBody>
      </p:sp>
    </p:spTree>
    <p:extLst>
      <p:ext uri="{BB962C8B-B14F-4D97-AF65-F5344CB8AC3E}">
        <p14:creationId xmlns:p14="http://schemas.microsoft.com/office/powerpoint/2010/main" val="17907541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p:cNvSpPr>
          <p:nvPr>
            <p:ph type="title"/>
          </p:nvPr>
        </p:nvSpPr>
        <p:spPr>
          <a:xfrm>
            <a:off x="1127448" y="228601"/>
            <a:ext cx="9159552" cy="707571"/>
          </a:xfrm>
        </p:spPr>
        <p:txBody>
          <a:bodyPr/>
          <a:lstStyle/>
          <a:p>
            <a:r>
              <a:rPr lang="en-US" altLang="en-US" dirty="0"/>
              <a:t>Receiving Serial Data in Arduino</a:t>
            </a:r>
          </a:p>
        </p:txBody>
      </p:sp>
      <p:sp>
        <p:nvSpPr>
          <p:cNvPr id="90115" name="Rectangle 3"/>
          <p:cNvSpPr>
            <a:spLocks noGrp="1"/>
          </p:cNvSpPr>
          <p:nvPr>
            <p:ph type="body" idx="1"/>
          </p:nvPr>
        </p:nvSpPr>
        <p:spPr>
          <a:xfrm>
            <a:off x="767408" y="1088572"/>
            <a:ext cx="10945216" cy="5551714"/>
          </a:xfrm>
        </p:spPr>
        <p:txBody>
          <a:bodyPr/>
          <a:lstStyle/>
          <a:p>
            <a:pPr>
              <a:lnSpc>
                <a:spcPct val="90000"/>
              </a:lnSpc>
            </a:pPr>
            <a:r>
              <a:rPr lang="en-US" altLang="en-US" dirty="0" err="1"/>
              <a:t>Serial.available</a:t>
            </a:r>
            <a:r>
              <a:rPr lang="en-US" altLang="en-US" dirty="0"/>
              <a:t>() - Get the number of bytes (characters) available for reading from the serial port. If &gt; 0, we have data </a:t>
            </a:r>
          </a:p>
          <a:p>
            <a:pPr>
              <a:lnSpc>
                <a:spcPct val="90000"/>
              </a:lnSpc>
            </a:pPr>
            <a:r>
              <a:rPr lang="en-US" altLang="en-US" dirty="0"/>
              <a:t>This is data that's already arrived and stored in the serial receive buffer (which holds 64 bytes)</a:t>
            </a:r>
          </a:p>
          <a:p>
            <a:pPr>
              <a:lnSpc>
                <a:spcPct val="90000"/>
              </a:lnSpc>
            </a:pPr>
            <a:r>
              <a:rPr lang="en-US" altLang="en-US" dirty="0" err="1"/>
              <a:t>Serial.read</a:t>
            </a:r>
            <a:r>
              <a:rPr lang="en-US" altLang="en-US" dirty="0"/>
              <a:t>() - Reads incoming serial data </a:t>
            </a:r>
          </a:p>
          <a:p>
            <a:pPr>
              <a:lnSpc>
                <a:spcPct val="90000"/>
              </a:lnSpc>
            </a:pPr>
            <a:r>
              <a:rPr lang="en-US" altLang="en-US" dirty="0" err="1"/>
              <a:t>Serial.readBytes</a:t>
            </a:r>
            <a:r>
              <a:rPr lang="en-US" altLang="en-US" dirty="0"/>
              <a:t>(buffer, length)  - reads characters from the serial port into a buffer. The function terminates if the determined length has been read, or it times out </a:t>
            </a:r>
          </a:p>
        </p:txBody>
      </p:sp>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24</a:t>
            </a:fld>
            <a:endParaRPr lang="en-US" altLang="en-US"/>
          </a:p>
        </p:txBody>
      </p:sp>
    </p:spTree>
    <p:extLst>
      <p:ext uri="{BB962C8B-B14F-4D97-AF65-F5344CB8AC3E}">
        <p14:creationId xmlns:p14="http://schemas.microsoft.com/office/powerpoint/2010/main" val="2930075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p:cNvSpPr>
          <p:nvPr>
            <p:ph type="title"/>
          </p:nvPr>
        </p:nvSpPr>
        <p:spPr>
          <a:xfrm>
            <a:off x="1055440" y="228601"/>
            <a:ext cx="10801200" cy="740229"/>
          </a:xfrm>
        </p:spPr>
        <p:txBody>
          <a:bodyPr/>
          <a:lstStyle/>
          <a:p>
            <a:r>
              <a:rPr lang="en-US" altLang="en-US" dirty="0"/>
              <a:t>Controlling Arduino</a:t>
            </a:r>
          </a:p>
        </p:txBody>
      </p:sp>
      <p:sp>
        <p:nvSpPr>
          <p:cNvPr id="91143" name="Text Box 7"/>
          <p:cNvSpPr txBox="1">
            <a:spLocks noChangeArrowheads="1"/>
          </p:cNvSpPr>
          <p:nvPr/>
        </p:nvSpPr>
        <p:spPr bwMode="auto">
          <a:xfrm>
            <a:off x="2133601" y="1197429"/>
            <a:ext cx="718421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dirty="0"/>
              <a:t>int </a:t>
            </a:r>
            <a:r>
              <a:rPr lang="en-US" altLang="en-US" dirty="0" err="1"/>
              <a:t>ledPin</a:t>
            </a:r>
            <a:r>
              <a:rPr lang="en-US" altLang="en-US" dirty="0"/>
              <a:t> = 12;   // choose a pin for LED</a:t>
            </a:r>
          </a:p>
          <a:p>
            <a:r>
              <a:rPr lang="en-US" altLang="en-US" dirty="0" err="1"/>
              <a:t>int</a:t>
            </a:r>
            <a:r>
              <a:rPr lang="en-US" altLang="en-US" dirty="0"/>
              <a:t> </a:t>
            </a:r>
            <a:r>
              <a:rPr lang="en-US" altLang="en-US" dirty="0" err="1"/>
              <a:t>val</a:t>
            </a:r>
            <a:r>
              <a:rPr lang="en-US" altLang="en-US" dirty="0"/>
              <a:t> = 0;       // variable to store the data received via Serial port</a:t>
            </a:r>
          </a:p>
          <a:p>
            <a:r>
              <a:rPr lang="en-US" altLang="en-US" dirty="0"/>
              <a:t>void setup() {</a:t>
            </a:r>
          </a:p>
          <a:p>
            <a:r>
              <a:rPr lang="en-US" altLang="en-US" dirty="0"/>
              <a:t>  </a:t>
            </a:r>
            <a:r>
              <a:rPr lang="en-US" altLang="en-US" dirty="0" err="1"/>
              <a:t>pinMode</a:t>
            </a:r>
            <a:r>
              <a:rPr lang="en-US" altLang="en-US" dirty="0"/>
              <a:t>(</a:t>
            </a:r>
            <a:r>
              <a:rPr lang="en-US" altLang="en-US" dirty="0" err="1"/>
              <a:t>ledPin,OUTPUT</a:t>
            </a:r>
            <a:r>
              <a:rPr lang="en-US" altLang="en-US" dirty="0"/>
              <a:t>);    // make </a:t>
            </a:r>
            <a:r>
              <a:rPr lang="en-US" altLang="en-US" dirty="0" err="1"/>
              <a:t>ledPin</a:t>
            </a:r>
            <a:r>
              <a:rPr lang="en-US" altLang="en-US" dirty="0"/>
              <a:t> an output</a:t>
            </a:r>
          </a:p>
          <a:p>
            <a:r>
              <a:rPr lang="en-US" altLang="en-US" dirty="0"/>
              <a:t>  </a:t>
            </a:r>
            <a:r>
              <a:rPr lang="en-US" altLang="en-US" dirty="0" err="1"/>
              <a:t>Serial.begin</a:t>
            </a:r>
            <a:r>
              <a:rPr lang="en-US" altLang="en-US" dirty="0"/>
              <a:t>(9600);       // initialize the Serial port</a:t>
            </a:r>
          </a:p>
          <a:p>
            <a:r>
              <a:rPr lang="en-US" altLang="en-US" dirty="0"/>
              <a:t>}</a:t>
            </a:r>
          </a:p>
          <a:p>
            <a:r>
              <a:rPr lang="en-US" altLang="en-US" dirty="0"/>
              <a:t>void loop () {</a:t>
            </a:r>
          </a:p>
          <a:p>
            <a:r>
              <a:rPr lang="en-US" altLang="en-US" dirty="0"/>
              <a:t>  // </a:t>
            </a:r>
            <a:r>
              <a:rPr lang="en-US" altLang="en-US" dirty="0" err="1"/>
              <a:t>Serial.available</a:t>
            </a:r>
            <a:r>
              <a:rPr lang="en-US" altLang="en-US" dirty="0"/>
              <a:t>() – is a method to see whether something is </a:t>
            </a:r>
          </a:p>
          <a:p>
            <a:r>
              <a:rPr lang="en-US" altLang="en-US" dirty="0"/>
              <a:t>  // received or not via Serial port without pausing the main program</a:t>
            </a:r>
          </a:p>
          <a:p>
            <a:r>
              <a:rPr lang="en-US" altLang="en-US" dirty="0"/>
              <a:t>  if( </a:t>
            </a:r>
            <a:r>
              <a:rPr lang="en-US" altLang="en-US" dirty="0" err="1"/>
              <a:t>Serial.available</a:t>
            </a:r>
            <a:r>
              <a:rPr lang="en-US" altLang="en-US" dirty="0"/>
              <a:t>() ) {</a:t>
            </a:r>
          </a:p>
          <a:p>
            <a:r>
              <a:rPr lang="en-US" altLang="en-US" dirty="0"/>
              <a:t>    </a:t>
            </a:r>
            <a:r>
              <a:rPr lang="en-US" altLang="en-US" dirty="0" err="1"/>
              <a:t>val</a:t>
            </a:r>
            <a:r>
              <a:rPr lang="en-US" altLang="en-US" dirty="0"/>
              <a:t> = </a:t>
            </a:r>
            <a:r>
              <a:rPr lang="en-US" altLang="en-US" dirty="0" err="1"/>
              <a:t>Serial.read</a:t>
            </a:r>
            <a:r>
              <a:rPr lang="en-US" altLang="en-US" dirty="0"/>
              <a:t>();      // read the value received via Serial port </a:t>
            </a:r>
          </a:p>
          <a:p>
            <a:r>
              <a:rPr lang="en-US" altLang="en-US" dirty="0"/>
              <a:t>    if( </a:t>
            </a:r>
            <a:r>
              <a:rPr lang="en-US" altLang="en-US" dirty="0" err="1"/>
              <a:t>val</a:t>
            </a:r>
            <a:r>
              <a:rPr lang="en-US" altLang="en-US" dirty="0"/>
              <a:t> == 'H' ) {        // if ‘H’, then blink</a:t>
            </a:r>
          </a:p>
          <a:p>
            <a:r>
              <a:rPr lang="en-US" altLang="en-US" dirty="0"/>
              <a:t>      </a:t>
            </a:r>
            <a:r>
              <a:rPr lang="en-US" altLang="en-US" dirty="0" err="1"/>
              <a:t>digitalWrite</a:t>
            </a:r>
            <a:r>
              <a:rPr lang="en-US" altLang="en-US" dirty="0"/>
              <a:t>(</a:t>
            </a:r>
            <a:r>
              <a:rPr lang="en-US" altLang="en-US" dirty="0" err="1"/>
              <a:t>ledPin</a:t>
            </a:r>
            <a:r>
              <a:rPr lang="en-US" altLang="en-US" dirty="0"/>
              <a:t>, HIGH);</a:t>
            </a:r>
          </a:p>
          <a:p>
            <a:r>
              <a:rPr lang="en-US" altLang="en-US" dirty="0"/>
              <a:t>      delay(1000);</a:t>
            </a:r>
          </a:p>
          <a:p>
            <a:r>
              <a:rPr lang="en-US" altLang="en-US" dirty="0"/>
              <a:t>      </a:t>
            </a:r>
            <a:r>
              <a:rPr lang="en-US" altLang="en-US" dirty="0" err="1"/>
              <a:t>digitalWrite</a:t>
            </a:r>
            <a:r>
              <a:rPr lang="en-US" altLang="en-US" dirty="0"/>
              <a:t>(</a:t>
            </a:r>
            <a:r>
              <a:rPr lang="en-US" altLang="en-US" dirty="0" err="1"/>
              <a:t>ledPin</a:t>
            </a:r>
            <a:r>
              <a:rPr lang="en-US" altLang="en-US" dirty="0"/>
              <a:t>, LOW);</a:t>
            </a:r>
          </a:p>
          <a:p>
            <a:r>
              <a:rPr lang="en-US" altLang="en-US" dirty="0"/>
              <a:t>    } </a:t>
            </a:r>
          </a:p>
          <a:p>
            <a:r>
              <a:rPr lang="en-US" altLang="en-US" dirty="0"/>
              <a:t>  }</a:t>
            </a:r>
          </a:p>
          <a:p>
            <a:r>
              <a:rPr lang="en-US" altLang="en-US" dirty="0"/>
              <a:t>}</a:t>
            </a:r>
          </a:p>
        </p:txBody>
      </p:sp>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25</a:t>
            </a:fld>
            <a:endParaRPr lang="en-US" altLang="en-US"/>
          </a:p>
        </p:txBody>
      </p:sp>
    </p:spTree>
    <p:extLst>
      <p:ext uri="{BB962C8B-B14F-4D97-AF65-F5344CB8AC3E}">
        <p14:creationId xmlns:p14="http://schemas.microsoft.com/office/powerpoint/2010/main" val="1770001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p:cNvSpPr>
          <p:nvPr>
            <p:ph type="title"/>
          </p:nvPr>
        </p:nvSpPr>
        <p:spPr>
          <a:xfrm>
            <a:off x="1127448" y="228601"/>
            <a:ext cx="10657183" cy="783771"/>
          </a:xfrm>
        </p:spPr>
        <p:txBody>
          <a:bodyPr/>
          <a:lstStyle/>
          <a:p>
            <a:r>
              <a:rPr lang="en-US" altLang="en-US" sz="3600" dirty="0"/>
              <a:t>Tasks with Serial communications (1)</a:t>
            </a:r>
          </a:p>
        </p:txBody>
      </p:sp>
      <p:sp>
        <p:nvSpPr>
          <p:cNvPr id="93187" name="Rectangle 3"/>
          <p:cNvSpPr>
            <a:spLocks noGrp="1"/>
          </p:cNvSpPr>
          <p:nvPr>
            <p:ph type="body" idx="1"/>
          </p:nvPr>
        </p:nvSpPr>
        <p:spPr>
          <a:xfrm>
            <a:off x="767407" y="1197430"/>
            <a:ext cx="11017223" cy="5046208"/>
          </a:xfrm>
        </p:spPr>
        <p:txBody>
          <a:bodyPr/>
          <a:lstStyle/>
          <a:p>
            <a:pPr>
              <a:lnSpc>
                <a:spcPct val="90000"/>
              </a:lnSpc>
            </a:pPr>
            <a:r>
              <a:rPr lang="en-US" altLang="en-US" dirty="0"/>
              <a:t>Read the number N from Serial port and make LED blink N times</a:t>
            </a:r>
          </a:p>
          <a:p>
            <a:pPr lvl="1">
              <a:lnSpc>
                <a:spcPct val="90000"/>
              </a:lnSpc>
            </a:pPr>
            <a:r>
              <a:rPr lang="en-US" altLang="en-US" i="1" dirty="0"/>
              <a:t>You may need </a:t>
            </a:r>
            <a:r>
              <a:rPr lang="en-US" altLang="en-US" i="1" dirty="0" err="1"/>
              <a:t>Serial.parseInt</a:t>
            </a:r>
            <a:r>
              <a:rPr lang="en-US" altLang="en-US" i="1" dirty="0"/>
              <a:t>() for this</a:t>
            </a:r>
          </a:p>
          <a:p>
            <a:pPr>
              <a:lnSpc>
                <a:spcPct val="90000"/>
              </a:lnSpc>
            </a:pPr>
            <a:r>
              <a:rPr lang="en-US" altLang="en-US" dirty="0"/>
              <a:t>Ask the user to input a delay time, greater than 100 and less than 5000 and use this delay time in our RGB LED program</a:t>
            </a:r>
          </a:p>
          <a:p>
            <a:pPr>
              <a:lnSpc>
                <a:spcPct val="90000"/>
              </a:lnSpc>
            </a:pPr>
            <a:r>
              <a:rPr lang="en-US" altLang="en-US" dirty="0"/>
              <a:t>Read a value from the Analog Input Pin 0, convert it to a voltage, and report the voltage value to the user using the serial port, every second</a:t>
            </a:r>
          </a:p>
          <a:p>
            <a:pPr>
              <a:lnSpc>
                <a:spcPct val="90000"/>
              </a:lnSpc>
            </a:pPr>
            <a:r>
              <a:rPr lang="en-US" altLang="en-US" dirty="0"/>
              <a:t>Repeat the task using </a:t>
            </a:r>
            <a:r>
              <a:rPr lang="en-US" altLang="en-US"/>
              <a:t>a Baud Rate of 115200 Baud</a:t>
            </a:r>
            <a:endParaRPr lang="en-US" altLang="en-US" dirty="0"/>
          </a:p>
          <a:p>
            <a:pPr>
              <a:lnSpc>
                <a:spcPct val="90000"/>
              </a:lnSpc>
            </a:pPr>
            <a:endParaRPr lang="en-US" altLang="en-US" dirty="0"/>
          </a:p>
        </p:txBody>
      </p:sp>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26</a:t>
            </a:fld>
            <a:endParaRPr lang="en-US" altLang="en-US"/>
          </a:p>
        </p:txBody>
      </p:sp>
    </p:spTree>
    <p:extLst>
      <p:ext uri="{BB962C8B-B14F-4D97-AF65-F5344CB8AC3E}">
        <p14:creationId xmlns:p14="http://schemas.microsoft.com/office/powerpoint/2010/main" val="316311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p:cNvSpPr>
          <p:nvPr>
            <p:ph type="title"/>
          </p:nvPr>
        </p:nvSpPr>
        <p:spPr>
          <a:xfrm>
            <a:off x="1127448" y="228601"/>
            <a:ext cx="10657183" cy="783771"/>
          </a:xfrm>
        </p:spPr>
        <p:txBody>
          <a:bodyPr/>
          <a:lstStyle/>
          <a:p>
            <a:r>
              <a:rPr lang="en-US" altLang="en-US" sz="3600" dirty="0"/>
              <a:t>Tasks with Serial communications (2)</a:t>
            </a:r>
          </a:p>
        </p:txBody>
      </p:sp>
      <p:sp>
        <p:nvSpPr>
          <p:cNvPr id="93187" name="Rectangle 3"/>
          <p:cNvSpPr>
            <a:spLocks noGrp="1"/>
          </p:cNvSpPr>
          <p:nvPr>
            <p:ph type="body" idx="1"/>
          </p:nvPr>
        </p:nvSpPr>
        <p:spPr>
          <a:xfrm>
            <a:off x="767407" y="1197430"/>
            <a:ext cx="11017223" cy="5020808"/>
          </a:xfrm>
        </p:spPr>
        <p:txBody>
          <a:bodyPr/>
          <a:lstStyle/>
          <a:p>
            <a:pPr>
              <a:lnSpc>
                <a:spcPct val="90000"/>
              </a:lnSpc>
            </a:pPr>
            <a:r>
              <a:rPr lang="en-US" altLang="en-US" dirty="0"/>
              <a:t>Read a value from Analog Input Pin 1, convert it to a voltage, report the voltage to the user using the serial port</a:t>
            </a:r>
          </a:p>
          <a:p>
            <a:pPr lvl="1">
              <a:lnSpc>
                <a:spcPct val="90000"/>
              </a:lnSpc>
            </a:pPr>
            <a:r>
              <a:rPr lang="en-US" altLang="en-US" dirty="0"/>
              <a:t>Analog Input Pin 1 is connected to a Light Dependent Resistor (LDR)</a:t>
            </a:r>
          </a:p>
          <a:p>
            <a:pPr lvl="1">
              <a:lnSpc>
                <a:spcPct val="90000"/>
              </a:lnSpc>
            </a:pPr>
            <a:r>
              <a:rPr lang="en-US" altLang="en-US" dirty="0"/>
              <a:t>Modify your program to tell the user (every 5 seconds) if it is bright or dark</a:t>
            </a:r>
          </a:p>
          <a:p>
            <a:pPr>
              <a:lnSpc>
                <a:spcPct val="90000"/>
              </a:lnSpc>
            </a:pPr>
            <a:r>
              <a:rPr lang="en-US" altLang="en-US" dirty="0"/>
              <a:t>Read a value from Analog Input Pin 2, convert it to temperature, report the temperature to the user using the serial port</a:t>
            </a:r>
          </a:p>
          <a:p>
            <a:pPr lvl="1">
              <a:lnSpc>
                <a:spcPct val="90000"/>
              </a:lnSpc>
            </a:pPr>
            <a:r>
              <a:rPr lang="en-US" altLang="en-US" dirty="0"/>
              <a:t>Analog Input 2 is connected to temperature sensor, where 0.1V corresponds to 1 degree C</a:t>
            </a:r>
          </a:p>
          <a:p>
            <a:pPr>
              <a:lnSpc>
                <a:spcPct val="90000"/>
              </a:lnSpc>
            </a:pPr>
            <a:endParaRPr lang="en-US" altLang="en-US" dirty="0"/>
          </a:p>
          <a:p>
            <a:pPr>
              <a:lnSpc>
                <a:spcPct val="90000"/>
              </a:lnSpc>
            </a:pPr>
            <a:endParaRPr lang="en-US" altLang="en-US" dirty="0"/>
          </a:p>
        </p:txBody>
      </p:sp>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27</a:t>
            </a:fld>
            <a:endParaRPr lang="en-US" altLang="en-US"/>
          </a:p>
        </p:txBody>
      </p:sp>
    </p:spTree>
    <p:extLst>
      <p:ext uri="{BB962C8B-B14F-4D97-AF65-F5344CB8AC3E}">
        <p14:creationId xmlns:p14="http://schemas.microsoft.com/office/powerpoint/2010/main" val="25111600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p:cNvSpPr>
          <p:nvPr>
            <p:ph type="title"/>
          </p:nvPr>
        </p:nvSpPr>
        <p:spPr>
          <a:xfrm>
            <a:off x="1127448" y="228601"/>
            <a:ext cx="10657183" cy="783771"/>
          </a:xfrm>
        </p:spPr>
        <p:txBody>
          <a:bodyPr/>
          <a:lstStyle/>
          <a:p>
            <a:r>
              <a:rPr lang="en-US" altLang="en-US" sz="3600" dirty="0"/>
              <a:t>Tasks with Serial communications (3)</a:t>
            </a:r>
          </a:p>
        </p:txBody>
      </p:sp>
      <p:sp>
        <p:nvSpPr>
          <p:cNvPr id="93187" name="Rectangle 3"/>
          <p:cNvSpPr>
            <a:spLocks noGrp="1"/>
          </p:cNvSpPr>
          <p:nvPr>
            <p:ph type="body" idx="1"/>
          </p:nvPr>
        </p:nvSpPr>
        <p:spPr>
          <a:xfrm>
            <a:off x="767407" y="1197430"/>
            <a:ext cx="11017223" cy="5020808"/>
          </a:xfrm>
        </p:spPr>
        <p:txBody>
          <a:bodyPr/>
          <a:lstStyle/>
          <a:p>
            <a:pPr>
              <a:lnSpc>
                <a:spcPct val="90000"/>
              </a:lnSpc>
            </a:pPr>
            <a:r>
              <a:rPr lang="en-US" altLang="en-US" dirty="0"/>
              <a:t>Read a value from the DHT11 Temperature and Humidity Sensor and report your results to the user on the serial port at a rate set by the user</a:t>
            </a:r>
          </a:p>
          <a:p>
            <a:pPr>
              <a:lnSpc>
                <a:spcPct val="90000"/>
              </a:lnSpc>
            </a:pPr>
            <a:r>
              <a:rPr lang="en-US" altLang="en-US" dirty="0"/>
              <a:t>You will need to use an Arduino Sensor Library for this task, which we’ll describe in the lab session</a:t>
            </a:r>
          </a:p>
          <a:p>
            <a:pPr>
              <a:lnSpc>
                <a:spcPct val="90000"/>
              </a:lnSpc>
            </a:pPr>
            <a:r>
              <a:rPr lang="en-US" altLang="en-US" dirty="0"/>
              <a:t>(I recommend using the Adafruit DHT Sensor Library)</a:t>
            </a:r>
          </a:p>
          <a:p>
            <a:pPr>
              <a:lnSpc>
                <a:spcPct val="90000"/>
              </a:lnSpc>
            </a:pPr>
            <a:endParaRPr lang="en-US" altLang="en-US" dirty="0"/>
          </a:p>
          <a:p>
            <a:pPr>
              <a:lnSpc>
                <a:spcPct val="90000"/>
              </a:lnSpc>
            </a:pPr>
            <a:endParaRPr lang="en-US" altLang="en-US" dirty="0"/>
          </a:p>
        </p:txBody>
      </p:sp>
      <p:sp>
        <p:nvSpPr>
          <p:cNvPr id="2" name="Date Placeholder 1"/>
          <p:cNvSpPr>
            <a:spLocks noGrp="1"/>
          </p:cNvSpPr>
          <p:nvPr>
            <p:ph type="dt" sz="half" idx="10"/>
          </p:nvPr>
        </p:nvSpPr>
        <p:spPr/>
        <p:txBody>
          <a:bodyPr/>
          <a:lstStyle/>
          <a:p>
            <a:pPr>
              <a:defRPr/>
            </a:pPr>
            <a:r>
              <a:rPr lang="en-US"/>
              <a:t>Winter 2026</a:t>
            </a:r>
            <a:endParaRPr lang="en-US" dirty="0"/>
          </a:p>
        </p:txBody>
      </p:sp>
      <p:sp>
        <p:nvSpPr>
          <p:cNvPr id="3" name="Footer Placeholder 2"/>
          <p:cNvSpPr>
            <a:spLocks noGrp="1"/>
          </p:cNvSpPr>
          <p:nvPr>
            <p:ph type="ftr" sz="quarter" idx="11"/>
          </p:nvPr>
        </p:nvSpPr>
        <p:spPr/>
        <p:txBody>
          <a:bodyPr/>
          <a:lstStyle/>
          <a:p>
            <a:pPr>
              <a:defRPr/>
            </a:pPr>
            <a:r>
              <a:rPr lang="en-US"/>
              <a:t>Session 4</a:t>
            </a:r>
          </a:p>
        </p:txBody>
      </p:sp>
      <p:sp>
        <p:nvSpPr>
          <p:cNvPr id="4" name="Slide Number Placeholder 3"/>
          <p:cNvSpPr>
            <a:spLocks noGrp="1"/>
          </p:cNvSpPr>
          <p:nvPr>
            <p:ph type="sldNum" sz="quarter" idx="12"/>
          </p:nvPr>
        </p:nvSpPr>
        <p:spPr/>
        <p:txBody>
          <a:bodyPr/>
          <a:lstStyle/>
          <a:p>
            <a:fld id="{8ED4263E-8DEB-43AE-B3A3-53F686D36AB5}" type="slidenum">
              <a:rPr lang="en-US" altLang="en-US" smtClean="0"/>
              <a:pPr/>
              <a:t>28</a:t>
            </a:fld>
            <a:endParaRPr lang="en-US" altLang="en-US"/>
          </a:p>
        </p:txBody>
      </p:sp>
    </p:spTree>
    <p:extLst>
      <p:ext uri="{BB962C8B-B14F-4D97-AF65-F5344CB8AC3E}">
        <p14:creationId xmlns:p14="http://schemas.microsoft.com/office/powerpoint/2010/main" val="28086407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4A0FE-82BF-6F8F-5E96-ABBD2A621F6F}"/>
              </a:ext>
            </a:extLst>
          </p:cNvPr>
          <p:cNvSpPr>
            <a:spLocks noGrp="1"/>
          </p:cNvSpPr>
          <p:nvPr>
            <p:ph type="title"/>
          </p:nvPr>
        </p:nvSpPr>
        <p:spPr/>
        <p:txBody>
          <a:bodyPr/>
          <a:lstStyle/>
          <a:p>
            <a:r>
              <a:rPr lang="en-GB" dirty="0"/>
              <a:t>Adding an Arduino Library for your sketch (1)</a:t>
            </a:r>
            <a:endParaRPr lang="en-IE" dirty="0"/>
          </a:p>
        </p:txBody>
      </p:sp>
      <p:sp>
        <p:nvSpPr>
          <p:cNvPr id="3" name="Content Placeholder 2">
            <a:extLst>
              <a:ext uri="{FF2B5EF4-FFF2-40B4-BE49-F238E27FC236}">
                <a16:creationId xmlns:a16="http://schemas.microsoft.com/office/drawing/2014/main" id="{8817CF9C-1B33-DB66-33D8-713A331C4D19}"/>
              </a:ext>
            </a:extLst>
          </p:cNvPr>
          <p:cNvSpPr>
            <a:spLocks noGrp="1"/>
          </p:cNvSpPr>
          <p:nvPr>
            <p:ph idx="1"/>
          </p:nvPr>
        </p:nvSpPr>
        <p:spPr/>
        <p:txBody>
          <a:bodyPr/>
          <a:lstStyle/>
          <a:p>
            <a:r>
              <a:rPr lang="en-GB" dirty="0"/>
              <a:t>Arduino gives you libraries to make it easy to interface to and use many sensors</a:t>
            </a:r>
          </a:p>
          <a:p>
            <a:r>
              <a:rPr lang="en-GB" dirty="0"/>
              <a:t>This example uses the DHT11 one wire Temperature and Humidity sensor</a:t>
            </a:r>
          </a:p>
          <a:p>
            <a:pPr lvl="1"/>
            <a:r>
              <a:rPr lang="en-GB" dirty="0"/>
              <a:t>The interface to this device is complicated but the library hides the difficult parts</a:t>
            </a:r>
          </a:p>
          <a:p>
            <a:r>
              <a:rPr lang="en-GB" dirty="0"/>
              <a:t>Begin by opening the Library Manager </a:t>
            </a:r>
            <a:endParaRPr lang="en-IE" dirty="0"/>
          </a:p>
        </p:txBody>
      </p:sp>
      <p:sp>
        <p:nvSpPr>
          <p:cNvPr id="4" name="Date Placeholder 3">
            <a:extLst>
              <a:ext uri="{FF2B5EF4-FFF2-40B4-BE49-F238E27FC236}">
                <a16:creationId xmlns:a16="http://schemas.microsoft.com/office/drawing/2014/main" id="{882FE440-1FA9-D8C3-D84B-2DB5622E6DC8}"/>
              </a:ext>
            </a:extLst>
          </p:cNvPr>
          <p:cNvSpPr>
            <a:spLocks noGrp="1"/>
          </p:cNvSpPr>
          <p:nvPr>
            <p:ph type="dt" sz="half" idx="10"/>
          </p:nvPr>
        </p:nvSpPr>
        <p:spPr/>
        <p:txBody>
          <a:bodyPr/>
          <a:lstStyle/>
          <a:p>
            <a:pPr>
              <a:defRPr/>
            </a:pPr>
            <a:r>
              <a:rPr lang="en-US"/>
              <a:t>Winter 2026</a:t>
            </a:r>
            <a:endParaRPr lang="en-US" dirty="0"/>
          </a:p>
        </p:txBody>
      </p:sp>
      <p:sp>
        <p:nvSpPr>
          <p:cNvPr id="5" name="Footer Placeholder 4">
            <a:extLst>
              <a:ext uri="{FF2B5EF4-FFF2-40B4-BE49-F238E27FC236}">
                <a16:creationId xmlns:a16="http://schemas.microsoft.com/office/drawing/2014/main" id="{3126368A-6AEA-771E-4870-EDF44B0801C8}"/>
              </a:ext>
            </a:extLst>
          </p:cNvPr>
          <p:cNvSpPr>
            <a:spLocks noGrp="1"/>
          </p:cNvSpPr>
          <p:nvPr>
            <p:ph type="ftr" sz="quarter" idx="11"/>
          </p:nvPr>
        </p:nvSpPr>
        <p:spPr/>
        <p:txBody>
          <a:bodyPr/>
          <a:lstStyle/>
          <a:p>
            <a:pPr>
              <a:defRPr/>
            </a:pPr>
            <a:r>
              <a:rPr lang="en-US"/>
              <a:t>Session 4</a:t>
            </a:r>
          </a:p>
        </p:txBody>
      </p:sp>
      <p:sp>
        <p:nvSpPr>
          <p:cNvPr id="6" name="Slide Number Placeholder 5">
            <a:extLst>
              <a:ext uri="{FF2B5EF4-FFF2-40B4-BE49-F238E27FC236}">
                <a16:creationId xmlns:a16="http://schemas.microsoft.com/office/drawing/2014/main" id="{5EBF4E35-FE8F-4796-06D4-3F6EA7A1798B}"/>
              </a:ext>
            </a:extLst>
          </p:cNvPr>
          <p:cNvSpPr>
            <a:spLocks noGrp="1"/>
          </p:cNvSpPr>
          <p:nvPr>
            <p:ph type="sldNum" sz="quarter" idx="12"/>
          </p:nvPr>
        </p:nvSpPr>
        <p:spPr/>
        <p:txBody>
          <a:bodyPr/>
          <a:lstStyle/>
          <a:p>
            <a:fld id="{8ED4263E-8DEB-43AE-B3A3-53F686D36AB5}" type="slidenum">
              <a:rPr lang="en-US" altLang="en-US" smtClean="0"/>
              <a:pPr/>
              <a:t>29</a:t>
            </a:fld>
            <a:endParaRPr lang="en-US" altLang="en-US"/>
          </a:p>
        </p:txBody>
      </p:sp>
      <p:pic>
        <p:nvPicPr>
          <p:cNvPr id="10" name="Picture 9">
            <a:extLst>
              <a:ext uri="{FF2B5EF4-FFF2-40B4-BE49-F238E27FC236}">
                <a16:creationId xmlns:a16="http://schemas.microsoft.com/office/drawing/2014/main" id="{02255452-5CB1-B304-FFF8-6219ABD76E52}"/>
              </a:ext>
            </a:extLst>
          </p:cNvPr>
          <p:cNvPicPr>
            <a:picLocks noChangeAspect="1"/>
          </p:cNvPicPr>
          <p:nvPr/>
        </p:nvPicPr>
        <p:blipFill>
          <a:blip r:embed="rId2"/>
          <a:stretch>
            <a:fillRect/>
          </a:stretch>
        </p:blipFill>
        <p:spPr>
          <a:xfrm>
            <a:off x="8184232" y="3780985"/>
            <a:ext cx="2162477" cy="3105583"/>
          </a:xfrm>
          <a:prstGeom prst="rect">
            <a:avLst/>
          </a:prstGeom>
        </p:spPr>
      </p:pic>
      <p:sp>
        <p:nvSpPr>
          <p:cNvPr id="11" name="Arrow: Right 10">
            <a:extLst>
              <a:ext uri="{FF2B5EF4-FFF2-40B4-BE49-F238E27FC236}">
                <a16:creationId xmlns:a16="http://schemas.microsoft.com/office/drawing/2014/main" id="{27EA295B-3CCC-0A1D-BC8F-540AB540A211}"/>
              </a:ext>
            </a:extLst>
          </p:cNvPr>
          <p:cNvSpPr/>
          <p:nvPr/>
        </p:nvSpPr>
        <p:spPr bwMode="auto">
          <a:xfrm>
            <a:off x="7320136" y="5553852"/>
            <a:ext cx="864096" cy="504056"/>
          </a:xfrm>
          <a:prstGeom prst="rightArrow">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E" sz="1800" b="0" i="0" u="none" strike="noStrike" cap="none" normalizeH="0" baseline="0">
              <a:ln>
                <a:noFill/>
              </a:ln>
              <a:solidFill>
                <a:schemeClr val="tx1"/>
              </a:solidFill>
              <a:effectLst/>
              <a:latin typeface="Tahoma" pitchFamily="34" charset="0"/>
            </a:endParaRPr>
          </a:p>
        </p:txBody>
      </p:sp>
      <p:sp>
        <p:nvSpPr>
          <p:cNvPr id="12" name="Rectangle 11">
            <a:extLst>
              <a:ext uri="{FF2B5EF4-FFF2-40B4-BE49-F238E27FC236}">
                <a16:creationId xmlns:a16="http://schemas.microsoft.com/office/drawing/2014/main" id="{96F53925-D631-59E2-B1BA-5E649669FE6A}"/>
              </a:ext>
            </a:extLst>
          </p:cNvPr>
          <p:cNvSpPr/>
          <p:nvPr/>
        </p:nvSpPr>
        <p:spPr bwMode="auto">
          <a:xfrm>
            <a:off x="6223144" y="5329238"/>
            <a:ext cx="1080120" cy="914400"/>
          </a:xfrm>
          <a:prstGeom prst="rect">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tx1"/>
                </a:solidFill>
                <a:effectLst/>
                <a:latin typeface="Tahoma" pitchFamily="34" charset="0"/>
              </a:rPr>
              <a:t>Library Manager</a:t>
            </a:r>
            <a:endParaRPr kumimoji="0" lang="en-IE" sz="1800" b="0" i="0" u="none" strike="noStrike" cap="none" normalizeH="0" baseline="0" dirty="0">
              <a:ln>
                <a:noFill/>
              </a:ln>
              <a:solidFill>
                <a:schemeClr val="tx1"/>
              </a:solidFill>
              <a:effectLst/>
              <a:latin typeface="Tahoma" pitchFamily="34" charset="0"/>
            </a:endParaRPr>
          </a:p>
        </p:txBody>
      </p:sp>
    </p:spTree>
    <p:extLst>
      <p:ext uri="{BB962C8B-B14F-4D97-AF65-F5344CB8AC3E}">
        <p14:creationId xmlns:p14="http://schemas.microsoft.com/office/powerpoint/2010/main" val="11841492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4A0FE-82BF-6F8F-5E96-ABBD2A621F6F}"/>
              </a:ext>
            </a:extLst>
          </p:cNvPr>
          <p:cNvSpPr>
            <a:spLocks noGrp="1"/>
          </p:cNvSpPr>
          <p:nvPr>
            <p:ph type="title"/>
          </p:nvPr>
        </p:nvSpPr>
        <p:spPr>
          <a:xfrm>
            <a:off x="1127448" y="260648"/>
            <a:ext cx="6179293" cy="1308570"/>
          </a:xfrm>
        </p:spPr>
        <p:txBody>
          <a:bodyPr/>
          <a:lstStyle/>
          <a:p>
            <a:r>
              <a:rPr lang="en-GB" dirty="0"/>
              <a:t>Adding an Arduino Library for your sketch (2)</a:t>
            </a:r>
            <a:endParaRPr lang="en-IE" dirty="0"/>
          </a:p>
        </p:txBody>
      </p:sp>
      <p:sp>
        <p:nvSpPr>
          <p:cNvPr id="4" name="Date Placeholder 3">
            <a:extLst>
              <a:ext uri="{FF2B5EF4-FFF2-40B4-BE49-F238E27FC236}">
                <a16:creationId xmlns:a16="http://schemas.microsoft.com/office/drawing/2014/main" id="{882FE440-1FA9-D8C3-D84B-2DB5622E6DC8}"/>
              </a:ext>
            </a:extLst>
          </p:cNvPr>
          <p:cNvSpPr>
            <a:spLocks noGrp="1"/>
          </p:cNvSpPr>
          <p:nvPr>
            <p:ph type="dt" sz="half" idx="10"/>
          </p:nvPr>
        </p:nvSpPr>
        <p:spPr/>
        <p:txBody>
          <a:bodyPr/>
          <a:lstStyle/>
          <a:p>
            <a:pPr>
              <a:defRPr/>
            </a:pPr>
            <a:r>
              <a:rPr lang="en-US"/>
              <a:t>Winter 2026</a:t>
            </a:r>
            <a:endParaRPr lang="en-US" dirty="0"/>
          </a:p>
        </p:txBody>
      </p:sp>
      <p:sp>
        <p:nvSpPr>
          <p:cNvPr id="5" name="Footer Placeholder 4">
            <a:extLst>
              <a:ext uri="{FF2B5EF4-FFF2-40B4-BE49-F238E27FC236}">
                <a16:creationId xmlns:a16="http://schemas.microsoft.com/office/drawing/2014/main" id="{3126368A-6AEA-771E-4870-EDF44B0801C8}"/>
              </a:ext>
            </a:extLst>
          </p:cNvPr>
          <p:cNvSpPr>
            <a:spLocks noGrp="1"/>
          </p:cNvSpPr>
          <p:nvPr>
            <p:ph type="ftr" sz="quarter" idx="11"/>
          </p:nvPr>
        </p:nvSpPr>
        <p:spPr/>
        <p:txBody>
          <a:bodyPr/>
          <a:lstStyle/>
          <a:p>
            <a:pPr>
              <a:defRPr/>
            </a:pPr>
            <a:r>
              <a:rPr lang="en-US"/>
              <a:t>Session 4</a:t>
            </a:r>
          </a:p>
        </p:txBody>
      </p:sp>
      <p:sp>
        <p:nvSpPr>
          <p:cNvPr id="6" name="Slide Number Placeholder 5">
            <a:extLst>
              <a:ext uri="{FF2B5EF4-FFF2-40B4-BE49-F238E27FC236}">
                <a16:creationId xmlns:a16="http://schemas.microsoft.com/office/drawing/2014/main" id="{5EBF4E35-FE8F-4796-06D4-3F6EA7A1798B}"/>
              </a:ext>
            </a:extLst>
          </p:cNvPr>
          <p:cNvSpPr>
            <a:spLocks noGrp="1"/>
          </p:cNvSpPr>
          <p:nvPr>
            <p:ph type="sldNum" sz="quarter" idx="12"/>
          </p:nvPr>
        </p:nvSpPr>
        <p:spPr/>
        <p:txBody>
          <a:bodyPr/>
          <a:lstStyle/>
          <a:p>
            <a:fld id="{8ED4263E-8DEB-43AE-B3A3-53F686D36AB5}" type="slidenum">
              <a:rPr lang="en-US" altLang="en-US" smtClean="0"/>
              <a:pPr/>
              <a:t>30</a:t>
            </a:fld>
            <a:endParaRPr lang="en-US" altLang="en-US"/>
          </a:p>
        </p:txBody>
      </p:sp>
      <p:pic>
        <p:nvPicPr>
          <p:cNvPr id="9" name="Picture 8">
            <a:extLst>
              <a:ext uri="{FF2B5EF4-FFF2-40B4-BE49-F238E27FC236}">
                <a16:creationId xmlns:a16="http://schemas.microsoft.com/office/drawing/2014/main" id="{BC8E1D62-BE7A-B190-B30A-7D8E2DB21523}"/>
              </a:ext>
            </a:extLst>
          </p:cNvPr>
          <p:cNvPicPr>
            <a:picLocks noChangeAspect="1"/>
          </p:cNvPicPr>
          <p:nvPr/>
        </p:nvPicPr>
        <p:blipFill>
          <a:blip r:embed="rId2"/>
          <a:stretch>
            <a:fillRect/>
          </a:stretch>
        </p:blipFill>
        <p:spPr>
          <a:xfrm>
            <a:off x="7876253" y="8"/>
            <a:ext cx="2783280" cy="6858000"/>
          </a:xfrm>
          <a:prstGeom prst="rect">
            <a:avLst/>
          </a:prstGeom>
        </p:spPr>
      </p:pic>
      <p:sp>
        <p:nvSpPr>
          <p:cNvPr id="14" name="Rectangle 13">
            <a:extLst>
              <a:ext uri="{FF2B5EF4-FFF2-40B4-BE49-F238E27FC236}">
                <a16:creationId xmlns:a16="http://schemas.microsoft.com/office/drawing/2014/main" id="{47D9DB61-C360-13F1-59AC-20264E6E44B4}"/>
              </a:ext>
            </a:extLst>
          </p:cNvPr>
          <p:cNvSpPr/>
          <p:nvPr/>
        </p:nvSpPr>
        <p:spPr bwMode="auto">
          <a:xfrm>
            <a:off x="911424" y="1700808"/>
            <a:ext cx="5904656" cy="2448272"/>
          </a:xfrm>
          <a:prstGeom prst="rect">
            <a:avLst/>
          </a:prstGeom>
          <a:solidFill>
            <a:srgbClr val="FFFF0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tx1"/>
                </a:solidFill>
                <a:effectLst/>
                <a:latin typeface="Tahoma" pitchFamily="34" charset="0"/>
              </a:rPr>
              <a:t>In the Library Manager, enter </a:t>
            </a:r>
            <a:r>
              <a:rPr kumimoji="0" lang="en-GB" sz="1800" b="0" i="0" u="none" strike="noStrike" cap="none" normalizeH="0" baseline="0" dirty="0" err="1">
                <a:ln>
                  <a:noFill/>
                </a:ln>
                <a:solidFill>
                  <a:schemeClr val="tx1"/>
                </a:solidFill>
                <a:effectLst/>
                <a:latin typeface="Tahoma" pitchFamily="34" charset="0"/>
              </a:rPr>
              <a:t>dht</a:t>
            </a:r>
            <a:r>
              <a:rPr kumimoji="0" lang="en-GB" sz="1800" b="0" i="0" u="none" strike="noStrike" cap="none" normalizeH="0" baseline="0" dirty="0">
                <a:ln>
                  <a:noFill/>
                </a:ln>
                <a:solidFill>
                  <a:schemeClr val="tx1"/>
                </a:solidFill>
                <a:effectLst/>
                <a:latin typeface="Tahoma" pitchFamily="34" charset="0"/>
              </a:rPr>
              <a:t> in the search box</a:t>
            </a:r>
          </a:p>
          <a:p>
            <a:pPr marL="0" marR="0" indent="0" algn="l" defTabSz="914400" rtl="0" eaLnBrk="0" fontAlgn="base" latinLnBrk="0" hangingPunct="0">
              <a:lnSpc>
                <a:spcPct val="100000"/>
              </a:lnSpc>
              <a:spcBef>
                <a:spcPct val="0"/>
              </a:spcBef>
              <a:spcAft>
                <a:spcPct val="0"/>
              </a:spcAft>
              <a:buClrTx/>
              <a:buSzTx/>
              <a:buFontTx/>
              <a:buNone/>
              <a:tabLst/>
            </a:pPr>
            <a:endParaRPr lang="en-GB" dirty="0">
              <a:latin typeface="Tahoma"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tx1"/>
                </a:solidFill>
                <a:effectLst/>
                <a:latin typeface="Tahoma" pitchFamily="34" charset="0"/>
              </a:rPr>
              <a:t>You’ll see that Arduino has several DHT11 and DHT22 libraries</a:t>
            </a:r>
          </a:p>
          <a:p>
            <a:pPr marL="0" marR="0" indent="0" algn="l" defTabSz="914400" rtl="0" eaLnBrk="0" fontAlgn="base" latinLnBrk="0" hangingPunct="0">
              <a:lnSpc>
                <a:spcPct val="100000"/>
              </a:lnSpc>
              <a:spcBef>
                <a:spcPct val="0"/>
              </a:spcBef>
              <a:spcAft>
                <a:spcPct val="0"/>
              </a:spcAft>
              <a:buClrTx/>
              <a:buSzTx/>
              <a:buFontTx/>
              <a:buNone/>
              <a:tabLst/>
            </a:pPr>
            <a:endParaRPr lang="en-GB" dirty="0">
              <a:latin typeface="Tahoma"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tx1"/>
                </a:solidFill>
                <a:effectLst/>
                <a:latin typeface="Tahoma" pitchFamily="34" charset="0"/>
              </a:rPr>
              <a:t>I recommend using the Adafruit library</a:t>
            </a:r>
          </a:p>
          <a:p>
            <a:pPr marL="0" marR="0" indent="0" algn="l" defTabSz="914400" rtl="0" eaLnBrk="0" fontAlgn="base" latinLnBrk="0" hangingPunct="0">
              <a:lnSpc>
                <a:spcPct val="100000"/>
              </a:lnSpc>
              <a:spcBef>
                <a:spcPct val="0"/>
              </a:spcBef>
              <a:spcAft>
                <a:spcPct val="0"/>
              </a:spcAft>
              <a:buClrTx/>
              <a:buSzTx/>
              <a:buFontTx/>
              <a:buNone/>
              <a:tabLst/>
            </a:pPr>
            <a:endParaRPr lang="en-GB" dirty="0">
              <a:latin typeface="Tahoma"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tx1"/>
                </a:solidFill>
                <a:effectLst/>
                <a:latin typeface="Tahoma" pitchFamily="34" charset="0"/>
              </a:rPr>
              <a:t>It is very reliable</a:t>
            </a:r>
            <a:endParaRPr kumimoji="0" lang="en-IE" sz="1800" b="0" i="0" u="none" strike="noStrike" cap="none" normalizeH="0" baseline="0" dirty="0">
              <a:ln>
                <a:noFill/>
              </a:ln>
              <a:solidFill>
                <a:schemeClr val="tx1"/>
              </a:solidFill>
              <a:effectLst/>
              <a:latin typeface="Tahoma" pitchFamily="34" charset="0"/>
            </a:endParaRPr>
          </a:p>
        </p:txBody>
      </p:sp>
      <p:sp>
        <p:nvSpPr>
          <p:cNvPr id="15" name="Arrow: Right 14">
            <a:extLst>
              <a:ext uri="{FF2B5EF4-FFF2-40B4-BE49-F238E27FC236}">
                <a16:creationId xmlns:a16="http://schemas.microsoft.com/office/drawing/2014/main" id="{81E54803-7A60-FA1C-29E0-9EE3F2A7E243}"/>
              </a:ext>
            </a:extLst>
          </p:cNvPr>
          <p:cNvSpPr/>
          <p:nvPr/>
        </p:nvSpPr>
        <p:spPr bwMode="auto">
          <a:xfrm>
            <a:off x="7522312" y="5956738"/>
            <a:ext cx="504056" cy="457200"/>
          </a:xfrm>
          <a:prstGeom prst="rightArrow">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E" sz="1800" b="0" i="0" u="none" strike="noStrike" cap="none" normalizeH="0" baseline="0">
              <a:ln>
                <a:noFill/>
              </a:ln>
              <a:solidFill>
                <a:schemeClr val="tx1"/>
              </a:solidFill>
              <a:effectLst/>
              <a:latin typeface="Tahoma" pitchFamily="34" charset="0"/>
            </a:endParaRPr>
          </a:p>
        </p:txBody>
      </p:sp>
      <p:sp>
        <p:nvSpPr>
          <p:cNvPr id="16" name="Rectangle 15">
            <a:extLst>
              <a:ext uri="{FF2B5EF4-FFF2-40B4-BE49-F238E27FC236}">
                <a16:creationId xmlns:a16="http://schemas.microsoft.com/office/drawing/2014/main" id="{1A174585-D1B2-FC54-C8DE-B373FAC29573}"/>
              </a:ext>
            </a:extLst>
          </p:cNvPr>
          <p:cNvSpPr/>
          <p:nvPr/>
        </p:nvSpPr>
        <p:spPr bwMode="auto">
          <a:xfrm>
            <a:off x="5585069" y="5404632"/>
            <a:ext cx="1656184" cy="1009306"/>
          </a:xfrm>
          <a:prstGeom prst="rect">
            <a:avLst/>
          </a:prstGeom>
          <a:solidFill>
            <a:srgbClr val="FFFF0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tx1"/>
                </a:solidFill>
                <a:effectLst/>
                <a:latin typeface="Tahoma" pitchFamily="34" charset="0"/>
              </a:rPr>
              <a:t>I recommend this one</a:t>
            </a:r>
          </a:p>
          <a:p>
            <a:pPr marL="0" marR="0" indent="0" algn="l" defTabSz="914400" rtl="0" eaLnBrk="0" fontAlgn="base" latinLnBrk="0" hangingPunct="0">
              <a:lnSpc>
                <a:spcPct val="100000"/>
              </a:lnSpc>
              <a:spcBef>
                <a:spcPct val="0"/>
              </a:spcBef>
              <a:spcAft>
                <a:spcPct val="0"/>
              </a:spcAft>
              <a:buClrTx/>
              <a:buSzTx/>
              <a:buFontTx/>
              <a:buNone/>
              <a:tabLst/>
            </a:pPr>
            <a:r>
              <a:rPr lang="en-GB" dirty="0">
                <a:latin typeface="Tahoma" pitchFamily="34" charset="0"/>
              </a:rPr>
              <a:t>Press INSTALL</a:t>
            </a:r>
            <a:endParaRPr kumimoji="0" lang="en-IE" sz="1800" b="0" i="0" u="none" strike="noStrike" cap="none" normalizeH="0" baseline="0" dirty="0">
              <a:ln>
                <a:noFill/>
              </a:ln>
              <a:solidFill>
                <a:schemeClr val="tx1"/>
              </a:solidFill>
              <a:effectLst/>
              <a:latin typeface="Tahoma" pitchFamily="34" charset="0"/>
            </a:endParaRPr>
          </a:p>
        </p:txBody>
      </p:sp>
    </p:spTree>
    <p:extLst>
      <p:ext uri="{BB962C8B-B14F-4D97-AF65-F5344CB8AC3E}">
        <p14:creationId xmlns:p14="http://schemas.microsoft.com/office/powerpoint/2010/main" val="34843305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7429-D8E4-1CB9-6EDC-7C381553C534}"/>
              </a:ext>
            </a:extLst>
          </p:cNvPr>
          <p:cNvSpPr>
            <a:spLocks noGrp="1"/>
          </p:cNvSpPr>
          <p:nvPr>
            <p:ph type="title"/>
          </p:nvPr>
        </p:nvSpPr>
        <p:spPr/>
        <p:txBody>
          <a:bodyPr/>
          <a:lstStyle/>
          <a:p>
            <a:r>
              <a:rPr lang="en-GB" dirty="0"/>
              <a:t>Adding an Arduino Library for your sketch (3)</a:t>
            </a:r>
            <a:endParaRPr lang="en-IE" dirty="0"/>
          </a:p>
        </p:txBody>
      </p:sp>
      <p:sp>
        <p:nvSpPr>
          <p:cNvPr id="3" name="Date Placeholder 2">
            <a:extLst>
              <a:ext uri="{FF2B5EF4-FFF2-40B4-BE49-F238E27FC236}">
                <a16:creationId xmlns:a16="http://schemas.microsoft.com/office/drawing/2014/main" id="{21384F38-63DF-CBAC-426B-F682D064F5E0}"/>
              </a:ext>
            </a:extLst>
          </p:cNvPr>
          <p:cNvSpPr>
            <a:spLocks noGrp="1"/>
          </p:cNvSpPr>
          <p:nvPr>
            <p:ph type="dt" sz="half" idx="10"/>
          </p:nvPr>
        </p:nvSpPr>
        <p:spPr/>
        <p:txBody>
          <a:bodyPr/>
          <a:lstStyle/>
          <a:p>
            <a:pPr>
              <a:defRPr/>
            </a:pPr>
            <a:r>
              <a:rPr lang="en-US"/>
              <a:t>Winter 2026</a:t>
            </a:r>
          </a:p>
        </p:txBody>
      </p:sp>
      <p:sp>
        <p:nvSpPr>
          <p:cNvPr id="4" name="Footer Placeholder 3">
            <a:extLst>
              <a:ext uri="{FF2B5EF4-FFF2-40B4-BE49-F238E27FC236}">
                <a16:creationId xmlns:a16="http://schemas.microsoft.com/office/drawing/2014/main" id="{C4EDEEAA-C400-7B7A-5C55-4FF7931F9614}"/>
              </a:ext>
            </a:extLst>
          </p:cNvPr>
          <p:cNvSpPr>
            <a:spLocks noGrp="1"/>
          </p:cNvSpPr>
          <p:nvPr>
            <p:ph type="ftr" sz="quarter" idx="11"/>
          </p:nvPr>
        </p:nvSpPr>
        <p:spPr/>
        <p:txBody>
          <a:bodyPr/>
          <a:lstStyle/>
          <a:p>
            <a:pPr>
              <a:defRPr/>
            </a:pPr>
            <a:r>
              <a:rPr lang="en-US"/>
              <a:t>Session 4</a:t>
            </a:r>
          </a:p>
        </p:txBody>
      </p:sp>
      <p:sp>
        <p:nvSpPr>
          <p:cNvPr id="5" name="Slide Number Placeholder 4">
            <a:extLst>
              <a:ext uri="{FF2B5EF4-FFF2-40B4-BE49-F238E27FC236}">
                <a16:creationId xmlns:a16="http://schemas.microsoft.com/office/drawing/2014/main" id="{DDEA7F7B-F81E-2CA3-1AFA-8418690DD044}"/>
              </a:ext>
            </a:extLst>
          </p:cNvPr>
          <p:cNvSpPr>
            <a:spLocks noGrp="1"/>
          </p:cNvSpPr>
          <p:nvPr>
            <p:ph type="sldNum" sz="quarter" idx="12"/>
          </p:nvPr>
        </p:nvSpPr>
        <p:spPr/>
        <p:txBody>
          <a:bodyPr/>
          <a:lstStyle/>
          <a:p>
            <a:fld id="{A951CFBA-08CB-45A1-9985-EF82ADAB394E}" type="slidenum">
              <a:rPr lang="en-US" altLang="en-US" smtClean="0"/>
              <a:pPr/>
              <a:t>31</a:t>
            </a:fld>
            <a:endParaRPr lang="en-US" altLang="en-US"/>
          </a:p>
        </p:txBody>
      </p:sp>
      <p:pic>
        <p:nvPicPr>
          <p:cNvPr id="7" name="Picture 6">
            <a:extLst>
              <a:ext uri="{FF2B5EF4-FFF2-40B4-BE49-F238E27FC236}">
                <a16:creationId xmlns:a16="http://schemas.microsoft.com/office/drawing/2014/main" id="{97D202A4-7267-20D1-0E73-26ABF5578BC6}"/>
              </a:ext>
            </a:extLst>
          </p:cNvPr>
          <p:cNvPicPr>
            <a:picLocks noChangeAspect="1"/>
          </p:cNvPicPr>
          <p:nvPr/>
        </p:nvPicPr>
        <p:blipFill>
          <a:blip r:embed="rId2"/>
          <a:stretch>
            <a:fillRect/>
          </a:stretch>
        </p:blipFill>
        <p:spPr>
          <a:xfrm>
            <a:off x="4871864" y="1124744"/>
            <a:ext cx="5363323" cy="1933845"/>
          </a:xfrm>
          <a:prstGeom prst="rect">
            <a:avLst/>
          </a:prstGeom>
        </p:spPr>
      </p:pic>
      <p:sp>
        <p:nvSpPr>
          <p:cNvPr id="8" name="Rectangle 7">
            <a:extLst>
              <a:ext uri="{FF2B5EF4-FFF2-40B4-BE49-F238E27FC236}">
                <a16:creationId xmlns:a16="http://schemas.microsoft.com/office/drawing/2014/main" id="{48B580D0-824D-CFD8-E3D9-6394D3DFBC93}"/>
              </a:ext>
            </a:extLst>
          </p:cNvPr>
          <p:cNvSpPr/>
          <p:nvPr/>
        </p:nvSpPr>
        <p:spPr bwMode="auto">
          <a:xfrm>
            <a:off x="983432" y="1189866"/>
            <a:ext cx="3600400" cy="914400"/>
          </a:xfrm>
          <a:prstGeom prst="rect">
            <a:avLst/>
          </a:prstGeom>
          <a:solidFill>
            <a:srgbClr val="FFFF0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tx1"/>
                </a:solidFill>
                <a:effectLst/>
                <a:latin typeface="Tahoma" pitchFamily="34" charset="0"/>
              </a:rPr>
              <a:t>Arduino DHT sensor library needs another library</a:t>
            </a:r>
          </a:p>
          <a:p>
            <a:pPr marL="0" marR="0" indent="0" algn="l" defTabSz="914400" rtl="0" eaLnBrk="0" fontAlgn="base" latinLnBrk="0" hangingPunct="0">
              <a:lnSpc>
                <a:spcPct val="100000"/>
              </a:lnSpc>
              <a:spcBef>
                <a:spcPct val="0"/>
              </a:spcBef>
              <a:spcAft>
                <a:spcPct val="0"/>
              </a:spcAft>
              <a:buClrTx/>
              <a:buSzTx/>
              <a:buFontTx/>
              <a:buNone/>
              <a:tabLst/>
            </a:pPr>
            <a:r>
              <a:rPr lang="en-GB" dirty="0">
                <a:latin typeface="Tahoma" pitchFamily="34" charset="0"/>
              </a:rPr>
              <a:t>Select INSTALL ALL</a:t>
            </a:r>
            <a:r>
              <a:rPr kumimoji="0" lang="en-GB" sz="1800" b="0" i="0" u="none" strike="noStrike" cap="none" normalizeH="0" baseline="0" dirty="0">
                <a:ln>
                  <a:noFill/>
                </a:ln>
                <a:solidFill>
                  <a:schemeClr val="tx1"/>
                </a:solidFill>
                <a:effectLst/>
                <a:latin typeface="Tahoma" pitchFamily="34" charset="0"/>
              </a:rPr>
              <a:t> </a:t>
            </a:r>
            <a:endParaRPr kumimoji="0" lang="en-IE" sz="1800" b="0" i="0" u="none" strike="noStrike" cap="none" normalizeH="0" baseline="0" dirty="0">
              <a:ln>
                <a:noFill/>
              </a:ln>
              <a:solidFill>
                <a:schemeClr val="tx1"/>
              </a:solidFill>
              <a:effectLst/>
              <a:latin typeface="Tahoma" pitchFamily="34" charset="0"/>
            </a:endParaRPr>
          </a:p>
        </p:txBody>
      </p:sp>
      <p:sp>
        <p:nvSpPr>
          <p:cNvPr id="9" name="Arrow: Down 8">
            <a:extLst>
              <a:ext uri="{FF2B5EF4-FFF2-40B4-BE49-F238E27FC236}">
                <a16:creationId xmlns:a16="http://schemas.microsoft.com/office/drawing/2014/main" id="{3A4F0D98-EF85-549E-246B-53031213A248}"/>
              </a:ext>
            </a:extLst>
          </p:cNvPr>
          <p:cNvSpPr/>
          <p:nvPr/>
        </p:nvSpPr>
        <p:spPr bwMode="auto">
          <a:xfrm>
            <a:off x="9192344" y="1844824"/>
            <a:ext cx="576064" cy="576064"/>
          </a:xfrm>
          <a:prstGeom prst="downArrow">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E" sz="1800" b="0" i="0" u="none" strike="noStrike" cap="none" normalizeH="0" baseline="0">
              <a:ln>
                <a:noFill/>
              </a:ln>
              <a:solidFill>
                <a:schemeClr val="tx1"/>
              </a:solidFill>
              <a:effectLst/>
              <a:latin typeface="Tahoma" pitchFamily="34" charset="0"/>
            </a:endParaRPr>
          </a:p>
        </p:txBody>
      </p:sp>
      <p:cxnSp>
        <p:nvCxnSpPr>
          <p:cNvPr id="11" name="Straight Arrow Connector 10">
            <a:extLst>
              <a:ext uri="{FF2B5EF4-FFF2-40B4-BE49-F238E27FC236}">
                <a16:creationId xmlns:a16="http://schemas.microsoft.com/office/drawing/2014/main" id="{7ADCA778-35A9-C2CE-79DE-D464D2E32D4E}"/>
              </a:ext>
            </a:extLst>
          </p:cNvPr>
          <p:cNvCxnSpPr/>
          <p:nvPr/>
        </p:nvCxnSpPr>
        <p:spPr bwMode="auto">
          <a:xfrm>
            <a:off x="3359696" y="2091666"/>
            <a:ext cx="5472608" cy="12600"/>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1858157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7A8E8-064D-483F-5B43-6452E94B6C85}"/>
              </a:ext>
            </a:extLst>
          </p:cNvPr>
          <p:cNvSpPr>
            <a:spLocks noGrp="1"/>
          </p:cNvSpPr>
          <p:nvPr>
            <p:ph type="title"/>
          </p:nvPr>
        </p:nvSpPr>
        <p:spPr>
          <a:xfrm>
            <a:off x="1212851" y="176214"/>
            <a:ext cx="6377523" cy="1380578"/>
          </a:xfrm>
        </p:spPr>
        <p:txBody>
          <a:bodyPr/>
          <a:lstStyle/>
          <a:p>
            <a:r>
              <a:rPr lang="en-GB" dirty="0"/>
              <a:t>Adding an Arduino Library for your sketch (4)</a:t>
            </a:r>
            <a:endParaRPr lang="en-IE" dirty="0"/>
          </a:p>
        </p:txBody>
      </p:sp>
      <p:sp>
        <p:nvSpPr>
          <p:cNvPr id="3" name="Date Placeholder 2">
            <a:extLst>
              <a:ext uri="{FF2B5EF4-FFF2-40B4-BE49-F238E27FC236}">
                <a16:creationId xmlns:a16="http://schemas.microsoft.com/office/drawing/2014/main" id="{274E595E-ED42-B0C4-C757-5EBDD2086A68}"/>
              </a:ext>
            </a:extLst>
          </p:cNvPr>
          <p:cNvSpPr>
            <a:spLocks noGrp="1"/>
          </p:cNvSpPr>
          <p:nvPr>
            <p:ph type="dt" sz="half" idx="10"/>
          </p:nvPr>
        </p:nvSpPr>
        <p:spPr/>
        <p:txBody>
          <a:bodyPr/>
          <a:lstStyle/>
          <a:p>
            <a:pPr>
              <a:defRPr/>
            </a:pPr>
            <a:r>
              <a:rPr lang="en-US"/>
              <a:t>Winter 2026</a:t>
            </a:r>
          </a:p>
        </p:txBody>
      </p:sp>
      <p:sp>
        <p:nvSpPr>
          <p:cNvPr id="4" name="Footer Placeholder 3">
            <a:extLst>
              <a:ext uri="{FF2B5EF4-FFF2-40B4-BE49-F238E27FC236}">
                <a16:creationId xmlns:a16="http://schemas.microsoft.com/office/drawing/2014/main" id="{2F8C9C4C-3EA2-29EF-F8AC-F43D5AA1B8EA}"/>
              </a:ext>
            </a:extLst>
          </p:cNvPr>
          <p:cNvSpPr>
            <a:spLocks noGrp="1"/>
          </p:cNvSpPr>
          <p:nvPr>
            <p:ph type="ftr" sz="quarter" idx="11"/>
          </p:nvPr>
        </p:nvSpPr>
        <p:spPr/>
        <p:txBody>
          <a:bodyPr/>
          <a:lstStyle/>
          <a:p>
            <a:pPr>
              <a:defRPr/>
            </a:pPr>
            <a:r>
              <a:rPr lang="en-US"/>
              <a:t>Session 4</a:t>
            </a:r>
          </a:p>
        </p:txBody>
      </p:sp>
      <p:sp>
        <p:nvSpPr>
          <p:cNvPr id="5" name="Slide Number Placeholder 4">
            <a:extLst>
              <a:ext uri="{FF2B5EF4-FFF2-40B4-BE49-F238E27FC236}">
                <a16:creationId xmlns:a16="http://schemas.microsoft.com/office/drawing/2014/main" id="{B2170A40-238C-A4CF-1AFA-B5EDB7AD2AFC}"/>
              </a:ext>
            </a:extLst>
          </p:cNvPr>
          <p:cNvSpPr>
            <a:spLocks noGrp="1"/>
          </p:cNvSpPr>
          <p:nvPr>
            <p:ph type="sldNum" sz="quarter" idx="12"/>
          </p:nvPr>
        </p:nvSpPr>
        <p:spPr/>
        <p:txBody>
          <a:bodyPr/>
          <a:lstStyle/>
          <a:p>
            <a:fld id="{A951CFBA-08CB-45A1-9985-EF82ADAB394E}" type="slidenum">
              <a:rPr lang="en-US" altLang="en-US" smtClean="0"/>
              <a:pPr/>
              <a:t>32</a:t>
            </a:fld>
            <a:endParaRPr lang="en-US" altLang="en-US"/>
          </a:p>
        </p:txBody>
      </p:sp>
      <p:pic>
        <p:nvPicPr>
          <p:cNvPr id="7" name="Picture 6">
            <a:extLst>
              <a:ext uri="{FF2B5EF4-FFF2-40B4-BE49-F238E27FC236}">
                <a16:creationId xmlns:a16="http://schemas.microsoft.com/office/drawing/2014/main" id="{759DC23B-274F-2CAE-FC5E-86B37B6F6BE3}"/>
              </a:ext>
            </a:extLst>
          </p:cNvPr>
          <p:cNvPicPr>
            <a:picLocks noChangeAspect="1"/>
          </p:cNvPicPr>
          <p:nvPr/>
        </p:nvPicPr>
        <p:blipFill>
          <a:blip r:embed="rId2"/>
          <a:stretch>
            <a:fillRect/>
          </a:stretch>
        </p:blipFill>
        <p:spPr>
          <a:xfrm>
            <a:off x="7680176" y="-19416"/>
            <a:ext cx="4159555" cy="6858000"/>
          </a:xfrm>
          <a:prstGeom prst="rect">
            <a:avLst/>
          </a:prstGeom>
        </p:spPr>
      </p:pic>
      <p:sp>
        <p:nvSpPr>
          <p:cNvPr id="8" name="Rectangle 7">
            <a:extLst>
              <a:ext uri="{FF2B5EF4-FFF2-40B4-BE49-F238E27FC236}">
                <a16:creationId xmlns:a16="http://schemas.microsoft.com/office/drawing/2014/main" id="{FD3D9533-5B7D-D187-6EAD-EAFA4C1663CF}"/>
              </a:ext>
            </a:extLst>
          </p:cNvPr>
          <p:cNvSpPr/>
          <p:nvPr/>
        </p:nvSpPr>
        <p:spPr bwMode="auto">
          <a:xfrm>
            <a:off x="839416" y="1772816"/>
            <a:ext cx="6264696" cy="2304256"/>
          </a:xfrm>
          <a:prstGeom prst="rect">
            <a:avLst/>
          </a:prstGeom>
          <a:solidFill>
            <a:srgbClr val="FFFF0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tx1"/>
                </a:solidFill>
                <a:effectLst/>
                <a:latin typeface="Tahoma" pitchFamily="34" charset="0"/>
              </a:rPr>
              <a:t>When you install a library, it usually gives you some examples sketches to help you use the library and the sensor</a:t>
            </a:r>
          </a:p>
          <a:p>
            <a:pPr marL="0" marR="0" indent="0" algn="l" defTabSz="914400" rtl="0" eaLnBrk="0" fontAlgn="base" latinLnBrk="0" hangingPunct="0">
              <a:lnSpc>
                <a:spcPct val="100000"/>
              </a:lnSpc>
              <a:spcBef>
                <a:spcPct val="0"/>
              </a:spcBef>
              <a:spcAft>
                <a:spcPct val="0"/>
              </a:spcAft>
              <a:buClrTx/>
              <a:buSzTx/>
              <a:buFontTx/>
              <a:buNone/>
              <a:tabLst/>
            </a:pPr>
            <a:endParaRPr lang="en-GB" dirty="0">
              <a:latin typeface="Tahoma"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tx1"/>
                </a:solidFill>
                <a:effectLst/>
                <a:latin typeface="Tahoma" pitchFamily="34" charset="0"/>
              </a:rPr>
              <a:t>This example shows how to find the examples for the Adafruit DHT Library</a:t>
            </a:r>
          </a:p>
          <a:p>
            <a:pPr marL="0" marR="0" indent="0" algn="l" defTabSz="914400" rtl="0" eaLnBrk="0" fontAlgn="base" latinLnBrk="0" hangingPunct="0">
              <a:lnSpc>
                <a:spcPct val="100000"/>
              </a:lnSpc>
              <a:spcBef>
                <a:spcPct val="0"/>
              </a:spcBef>
              <a:spcAft>
                <a:spcPct val="0"/>
              </a:spcAft>
              <a:buClrTx/>
              <a:buSzTx/>
              <a:buFontTx/>
              <a:buNone/>
              <a:tabLst/>
            </a:pPr>
            <a:endParaRPr lang="en-GB" dirty="0">
              <a:latin typeface="Tahoma"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tx1"/>
                </a:solidFill>
                <a:effectLst/>
                <a:latin typeface="Tahoma" pitchFamily="34" charset="0"/>
              </a:rPr>
              <a:t>Select the </a:t>
            </a:r>
            <a:r>
              <a:rPr kumimoji="0" lang="en-GB" sz="1800" b="0" i="0" u="none" strike="noStrike" cap="none" normalizeH="0" baseline="0" dirty="0" err="1">
                <a:ln>
                  <a:noFill/>
                </a:ln>
                <a:solidFill>
                  <a:schemeClr val="tx1"/>
                </a:solidFill>
                <a:effectLst/>
                <a:latin typeface="Tahoma" pitchFamily="34" charset="0"/>
              </a:rPr>
              <a:t>DHTtester</a:t>
            </a:r>
            <a:r>
              <a:rPr kumimoji="0" lang="en-GB" sz="1800" b="0" i="0" u="none" strike="noStrike" cap="none" normalizeH="0" baseline="0" dirty="0">
                <a:ln>
                  <a:noFill/>
                </a:ln>
                <a:solidFill>
                  <a:schemeClr val="tx1"/>
                </a:solidFill>
                <a:effectLst/>
                <a:latin typeface="Tahoma" pitchFamily="34" charset="0"/>
              </a:rPr>
              <a:t> example sketch</a:t>
            </a:r>
            <a:endParaRPr kumimoji="0" lang="en-IE" sz="1800" b="0" i="0" u="none" strike="noStrike" cap="none" normalizeH="0" baseline="0" dirty="0">
              <a:ln>
                <a:noFill/>
              </a:ln>
              <a:solidFill>
                <a:schemeClr val="tx1"/>
              </a:solidFill>
              <a:effectLst/>
              <a:latin typeface="Tahoma" pitchFamily="34" charset="0"/>
            </a:endParaRPr>
          </a:p>
        </p:txBody>
      </p:sp>
      <p:cxnSp>
        <p:nvCxnSpPr>
          <p:cNvPr id="10" name="Straight Arrow Connector 9">
            <a:extLst>
              <a:ext uri="{FF2B5EF4-FFF2-40B4-BE49-F238E27FC236}">
                <a16:creationId xmlns:a16="http://schemas.microsoft.com/office/drawing/2014/main" id="{EED621D5-7920-89BA-AB4A-ECAFA3FCC122}"/>
              </a:ext>
            </a:extLst>
          </p:cNvPr>
          <p:cNvCxnSpPr/>
          <p:nvPr/>
        </p:nvCxnSpPr>
        <p:spPr bwMode="auto">
          <a:xfrm>
            <a:off x="4799856" y="3861048"/>
            <a:ext cx="6048672" cy="2520280"/>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9161798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7A8E8-064D-483F-5B43-6452E94B6C85}"/>
              </a:ext>
            </a:extLst>
          </p:cNvPr>
          <p:cNvSpPr>
            <a:spLocks noGrp="1"/>
          </p:cNvSpPr>
          <p:nvPr>
            <p:ph type="title"/>
          </p:nvPr>
        </p:nvSpPr>
        <p:spPr>
          <a:xfrm>
            <a:off x="1212851" y="176214"/>
            <a:ext cx="11291861" cy="660498"/>
          </a:xfrm>
        </p:spPr>
        <p:txBody>
          <a:bodyPr/>
          <a:lstStyle/>
          <a:p>
            <a:r>
              <a:rPr lang="en-GB" dirty="0"/>
              <a:t>Adding an Arduino Library for your sketch (5)</a:t>
            </a:r>
            <a:endParaRPr lang="en-IE" dirty="0"/>
          </a:p>
        </p:txBody>
      </p:sp>
      <p:sp>
        <p:nvSpPr>
          <p:cNvPr id="3" name="Date Placeholder 2">
            <a:extLst>
              <a:ext uri="{FF2B5EF4-FFF2-40B4-BE49-F238E27FC236}">
                <a16:creationId xmlns:a16="http://schemas.microsoft.com/office/drawing/2014/main" id="{274E595E-ED42-B0C4-C757-5EBDD2086A68}"/>
              </a:ext>
            </a:extLst>
          </p:cNvPr>
          <p:cNvSpPr>
            <a:spLocks noGrp="1"/>
          </p:cNvSpPr>
          <p:nvPr>
            <p:ph type="dt" sz="half" idx="10"/>
          </p:nvPr>
        </p:nvSpPr>
        <p:spPr/>
        <p:txBody>
          <a:bodyPr/>
          <a:lstStyle/>
          <a:p>
            <a:pPr>
              <a:defRPr/>
            </a:pPr>
            <a:r>
              <a:rPr lang="en-US"/>
              <a:t>Winter 2026</a:t>
            </a:r>
          </a:p>
        </p:txBody>
      </p:sp>
      <p:sp>
        <p:nvSpPr>
          <p:cNvPr id="4" name="Footer Placeholder 3">
            <a:extLst>
              <a:ext uri="{FF2B5EF4-FFF2-40B4-BE49-F238E27FC236}">
                <a16:creationId xmlns:a16="http://schemas.microsoft.com/office/drawing/2014/main" id="{2F8C9C4C-3EA2-29EF-F8AC-F43D5AA1B8EA}"/>
              </a:ext>
            </a:extLst>
          </p:cNvPr>
          <p:cNvSpPr>
            <a:spLocks noGrp="1"/>
          </p:cNvSpPr>
          <p:nvPr>
            <p:ph type="ftr" sz="quarter" idx="11"/>
          </p:nvPr>
        </p:nvSpPr>
        <p:spPr/>
        <p:txBody>
          <a:bodyPr/>
          <a:lstStyle/>
          <a:p>
            <a:pPr>
              <a:defRPr/>
            </a:pPr>
            <a:r>
              <a:rPr lang="en-US"/>
              <a:t>Session 4</a:t>
            </a:r>
          </a:p>
        </p:txBody>
      </p:sp>
      <p:sp>
        <p:nvSpPr>
          <p:cNvPr id="5" name="Slide Number Placeholder 4">
            <a:extLst>
              <a:ext uri="{FF2B5EF4-FFF2-40B4-BE49-F238E27FC236}">
                <a16:creationId xmlns:a16="http://schemas.microsoft.com/office/drawing/2014/main" id="{B2170A40-238C-A4CF-1AFA-B5EDB7AD2AFC}"/>
              </a:ext>
            </a:extLst>
          </p:cNvPr>
          <p:cNvSpPr>
            <a:spLocks noGrp="1"/>
          </p:cNvSpPr>
          <p:nvPr>
            <p:ph type="sldNum" sz="quarter" idx="12"/>
          </p:nvPr>
        </p:nvSpPr>
        <p:spPr/>
        <p:txBody>
          <a:bodyPr/>
          <a:lstStyle/>
          <a:p>
            <a:fld id="{A951CFBA-08CB-45A1-9985-EF82ADAB394E}" type="slidenum">
              <a:rPr lang="en-US" altLang="en-US" smtClean="0"/>
              <a:pPr/>
              <a:t>33</a:t>
            </a:fld>
            <a:endParaRPr lang="en-US" altLang="en-US"/>
          </a:p>
        </p:txBody>
      </p:sp>
      <p:pic>
        <p:nvPicPr>
          <p:cNvPr id="9" name="Picture 8">
            <a:extLst>
              <a:ext uri="{FF2B5EF4-FFF2-40B4-BE49-F238E27FC236}">
                <a16:creationId xmlns:a16="http://schemas.microsoft.com/office/drawing/2014/main" id="{42FC8270-597F-49A7-B608-94B4848FA332}"/>
              </a:ext>
            </a:extLst>
          </p:cNvPr>
          <p:cNvPicPr>
            <a:picLocks noChangeAspect="1"/>
          </p:cNvPicPr>
          <p:nvPr/>
        </p:nvPicPr>
        <p:blipFill>
          <a:blip r:embed="rId2"/>
          <a:stretch>
            <a:fillRect/>
          </a:stretch>
        </p:blipFill>
        <p:spPr>
          <a:xfrm>
            <a:off x="276587" y="856884"/>
            <a:ext cx="9707330" cy="6020640"/>
          </a:xfrm>
          <a:prstGeom prst="rect">
            <a:avLst/>
          </a:prstGeom>
        </p:spPr>
      </p:pic>
      <p:sp>
        <p:nvSpPr>
          <p:cNvPr id="8" name="Rectangle 7">
            <a:extLst>
              <a:ext uri="{FF2B5EF4-FFF2-40B4-BE49-F238E27FC236}">
                <a16:creationId xmlns:a16="http://schemas.microsoft.com/office/drawing/2014/main" id="{FD3D9533-5B7D-D187-6EAD-EAFA4C1663CF}"/>
              </a:ext>
            </a:extLst>
          </p:cNvPr>
          <p:cNvSpPr/>
          <p:nvPr/>
        </p:nvSpPr>
        <p:spPr bwMode="auto">
          <a:xfrm>
            <a:off x="6528048" y="3075116"/>
            <a:ext cx="5401485" cy="2010068"/>
          </a:xfrm>
          <a:prstGeom prst="rect">
            <a:avLst/>
          </a:prstGeom>
          <a:solidFill>
            <a:srgbClr val="FFFF0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tx1"/>
                </a:solidFill>
                <a:effectLst/>
                <a:latin typeface="Tahoma" pitchFamily="34" charset="0"/>
              </a:rPr>
              <a:t>The example defaults to support for DHT22 on Arduino Digital Pin2</a:t>
            </a:r>
          </a:p>
          <a:p>
            <a:pPr marL="0" marR="0" indent="0" algn="l" defTabSz="914400" rtl="0" eaLnBrk="0" fontAlgn="base" latinLnBrk="0" hangingPunct="0">
              <a:lnSpc>
                <a:spcPct val="100000"/>
              </a:lnSpc>
              <a:spcBef>
                <a:spcPct val="0"/>
              </a:spcBef>
              <a:spcAft>
                <a:spcPct val="0"/>
              </a:spcAft>
              <a:buClrTx/>
              <a:buSzTx/>
              <a:buFontTx/>
              <a:buNone/>
              <a:tabLst/>
            </a:pPr>
            <a:endParaRPr lang="en-GB" dirty="0">
              <a:latin typeface="Tahoma"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r>
              <a:rPr lang="en-GB" dirty="0">
                <a:latin typeface="Tahoma" pitchFamily="34" charset="0"/>
              </a:rPr>
              <a:t>Change DHTPIN to 4</a:t>
            </a:r>
          </a:p>
          <a:p>
            <a:pPr marL="0" marR="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tx1"/>
                </a:solidFill>
                <a:effectLst/>
                <a:latin typeface="Tahoma" pitchFamily="34" charset="0"/>
              </a:rPr>
              <a:t>Comment out #define DHTTYPE DHT22</a:t>
            </a:r>
          </a:p>
          <a:p>
            <a:pPr marL="0" marR="0" indent="0" algn="l" defTabSz="914400" rtl="0" eaLnBrk="0" fontAlgn="base" latinLnBrk="0" hangingPunct="0">
              <a:lnSpc>
                <a:spcPct val="100000"/>
              </a:lnSpc>
              <a:spcBef>
                <a:spcPct val="0"/>
              </a:spcBef>
              <a:spcAft>
                <a:spcPct val="0"/>
              </a:spcAft>
              <a:buClrTx/>
              <a:buSzTx/>
              <a:buFontTx/>
              <a:buNone/>
              <a:tabLst/>
            </a:pPr>
            <a:r>
              <a:rPr kumimoji="0" lang="en-IE" sz="1800" b="0" i="0" u="none" strike="noStrike" cap="none" normalizeH="0" baseline="0" dirty="0">
                <a:ln>
                  <a:noFill/>
                </a:ln>
                <a:solidFill>
                  <a:schemeClr val="tx1"/>
                </a:solidFill>
                <a:effectLst/>
                <a:latin typeface="Tahoma" pitchFamily="34" charset="0"/>
              </a:rPr>
              <a:t>Uncomment #define DHTTYPE DHT11</a:t>
            </a:r>
          </a:p>
        </p:txBody>
      </p:sp>
    </p:spTree>
    <p:extLst>
      <p:ext uri="{BB962C8B-B14F-4D97-AF65-F5344CB8AC3E}">
        <p14:creationId xmlns:p14="http://schemas.microsoft.com/office/powerpoint/2010/main" val="22029439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7A8E8-064D-483F-5B43-6452E94B6C85}"/>
              </a:ext>
            </a:extLst>
          </p:cNvPr>
          <p:cNvSpPr>
            <a:spLocks noGrp="1"/>
          </p:cNvSpPr>
          <p:nvPr>
            <p:ph type="title"/>
          </p:nvPr>
        </p:nvSpPr>
        <p:spPr>
          <a:xfrm>
            <a:off x="1212851" y="176214"/>
            <a:ext cx="11291861" cy="660498"/>
          </a:xfrm>
        </p:spPr>
        <p:txBody>
          <a:bodyPr/>
          <a:lstStyle/>
          <a:p>
            <a:r>
              <a:rPr lang="en-GB" dirty="0"/>
              <a:t>Adding an Arduino Library for your sketch (6)</a:t>
            </a:r>
            <a:endParaRPr lang="en-IE" dirty="0"/>
          </a:p>
        </p:txBody>
      </p:sp>
      <p:sp>
        <p:nvSpPr>
          <p:cNvPr id="3" name="Date Placeholder 2">
            <a:extLst>
              <a:ext uri="{FF2B5EF4-FFF2-40B4-BE49-F238E27FC236}">
                <a16:creationId xmlns:a16="http://schemas.microsoft.com/office/drawing/2014/main" id="{274E595E-ED42-B0C4-C757-5EBDD2086A68}"/>
              </a:ext>
            </a:extLst>
          </p:cNvPr>
          <p:cNvSpPr>
            <a:spLocks noGrp="1"/>
          </p:cNvSpPr>
          <p:nvPr>
            <p:ph type="dt" sz="half" idx="10"/>
          </p:nvPr>
        </p:nvSpPr>
        <p:spPr/>
        <p:txBody>
          <a:bodyPr/>
          <a:lstStyle/>
          <a:p>
            <a:pPr>
              <a:defRPr/>
            </a:pPr>
            <a:r>
              <a:rPr lang="en-US"/>
              <a:t>Winter 2026</a:t>
            </a:r>
          </a:p>
        </p:txBody>
      </p:sp>
      <p:sp>
        <p:nvSpPr>
          <p:cNvPr id="4" name="Footer Placeholder 3">
            <a:extLst>
              <a:ext uri="{FF2B5EF4-FFF2-40B4-BE49-F238E27FC236}">
                <a16:creationId xmlns:a16="http://schemas.microsoft.com/office/drawing/2014/main" id="{2F8C9C4C-3EA2-29EF-F8AC-F43D5AA1B8EA}"/>
              </a:ext>
            </a:extLst>
          </p:cNvPr>
          <p:cNvSpPr>
            <a:spLocks noGrp="1"/>
          </p:cNvSpPr>
          <p:nvPr>
            <p:ph type="ftr" sz="quarter" idx="11"/>
          </p:nvPr>
        </p:nvSpPr>
        <p:spPr/>
        <p:txBody>
          <a:bodyPr/>
          <a:lstStyle/>
          <a:p>
            <a:pPr>
              <a:defRPr/>
            </a:pPr>
            <a:r>
              <a:rPr lang="en-US"/>
              <a:t>Session 4</a:t>
            </a:r>
          </a:p>
        </p:txBody>
      </p:sp>
      <p:sp>
        <p:nvSpPr>
          <p:cNvPr id="5" name="Slide Number Placeholder 4">
            <a:extLst>
              <a:ext uri="{FF2B5EF4-FFF2-40B4-BE49-F238E27FC236}">
                <a16:creationId xmlns:a16="http://schemas.microsoft.com/office/drawing/2014/main" id="{B2170A40-238C-A4CF-1AFA-B5EDB7AD2AFC}"/>
              </a:ext>
            </a:extLst>
          </p:cNvPr>
          <p:cNvSpPr>
            <a:spLocks noGrp="1"/>
          </p:cNvSpPr>
          <p:nvPr>
            <p:ph type="sldNum" sz="quarter" idx="12"/>
          </p:nvPr>
        </p:nvSpPr>
        <p:spPr/>
        <p:txBody>
          <a:bodyPr/>
          <a:lstStyle/>
          <a:p>
            <a:fld id="{A951CFBA-08CB-45A1-9985-EF82ADAB394E}" type="slidenum">
              <a:rPr lang="en-US" altLang="en-US" smtClean="0"/>
              <a:pPr/>
              <a:t>34</a:t>
            </a:fld>
            <a:endParaRPr lang="en-US" altLang="en-US"/>
          </a:p>
        </p:txBody>
      </p:sp>
      <p:pic>
        <p:nvPicPr>
          <p:cNvPr id="7" name="Picture 6">
            <a:extLst>
              <a:ext uri="{FF2B5EF4-FFF2-40B4-BE49-F238E27FC236}">
                <a16:creationId xmlns:a16="http://schemas.microsoft.com/office/drawing/2014/main" id="{6C0D8026-8219-EC8B-C21E-71997DD308E3}"/>
              </a:ext>
            </a:extLst>
          </p:cNvPr>
          <p:cNvPicPr>
            <a:picLocks noChangeAspect="1"/>
          </p:cNvPicPr>
          <p:nvPr/>
        </p:nvPicPr>
        <p:blipFill>
          <a:blip r:embed="rId2"/>
          <a:stretch>
            <a:fillRect/>
          </a:stretch>
        </p:blipFill>
        <p:spPr>
          <a:xfrm>
            <a:off x="407368" y="965034"/>
            <a:ext cx="7116168" cy="4220164"/>
          </a:xfrm>
          <a:prstGeom prst="rect">
            <a:avLst/>
          </a:prstGeom>
        </p:spPr>
      </p:pic>
      <p:sp>
        <p:nvSpPr>
          <p:cNvPr id="8" name="Rectangle 7">
            <a:extLst>
              <a:ext uri="{FF2B5EF4-FFF2-40B4-BE49-F238E27FC236}">
                <a16:creationId xmlns:a16="http://schemas.microsoft.com/office/drawing/2014/main" id="{FD3D9533-5B7D-D187-6EAD-EAFA4C1663CF}"/>
              </a:ext>
            </a:extLst>
          </p:cNvPr>
          <p:cNvSpPr/>
          <p:nvPr/>
        </p:nvSpPr>
        <p:spPr bwMode="auto">
          <a:xfrm>
            <a:off x="7032104" y="3315328"/>
            <a:ext cx="5401485" cy="2010068"/>
          </a:xfrm>
          <a:prstGeom prst="rect">
            <a:avLst/>
          </a:prstGeom>
          <a:solidFill>
            <a:srgbClr val="FFFF0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tx1"/>
                </a:solidFill>
                <a:effectLst/>
                <a:latin typeface="Tahoma" pitchFamily="34" charset="0"/>
              </a:rPr>
              <a:t>The example defaults to support for DHT22 on Arduino Digital Pin2</a:t>
            </a:r>
          </a:p>
          <a:p>
            <a:pPr marL="0" marR="0" indent="0" algn="l" defTabSz="914400" rtl="0" eaLnBrk="0" fontAlgn="base" latinLnBrk="0" hangingPunct="0">
              <a:lnSpc>
                <a:spcPct val="100000"/>
              </a:lnSpc>
              <a:spcBef>
                <a:spcPct val="0"/>
              </a:spcBef>
              <a:spcAft>
                <a:spcPct val="0"/>
              </a:spcAft>
              <a:buClrTx/>
              <a:buSzTx/>
              <a:buFontTx/>
              <a:buNone/>
              <a:tabLst/>
            </a:pPr>
            <a:endParaRPr lang="en-GB" dirty="0">
              <a:latin typeface="Tahoma"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r>
              <a:rPr lang="en-GB" dirty="0">
                <a:latin typeface="Tahoma" pitchFamily="34" charset="0"/>
              </a:rPr>
              <a:t>Change DHTPIN to 4</a:t>
            </a:r>
          </a:p>
          <a:p>
            <a:pPr marL="0" marR="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tx1"/>
                </a:solidFill>
                <a:effectLst/>
                <a:latin typeface="Tahoma" pitchFamily="34" charset="0"/>
              </a:rPr>
              <a:t>Comment out #define DHTTYPE DHT22</a:t>
            </a:r>
          </a:p>
          <a:p>
            <a:pPr marL="0" marR="0" indent="0" algn="l" defTabSz="914400" rtl="0" eaLnBrk="0" fontAlgn="base" latinLnBrk="0" hangingPunct="0">
              <a:lnSpc>
                <a:spcPct val="100000"/>
              </a:lnSpc>
              <a:spcBef>
                <a:spcPct val="0"/>
              </a:spcBef>
              <a:spcAft>
                <a:spcPct val="0"/>
              </a:spcAft>
              <a:buClrTx/>
              <a:buSzTx/>
              <a:buFontTx/>
              <a:buNone/>
              <a:tabLst/>
            </a:pPr>
            <a:r>
              <a:rPr kumimoji="0" lang="en-IE" sz="1800" b="0" i="0" u="none" strike="noStrike" cap="none" normalizeH="0" baseline="0">
                <a:ln>
                  <a:noFill/>
                </a:ln>
                <a:solidFill>
                  <a:schemeClr val="tx1"/>
                </a:solidFill>
                <a:effectLst/>
                <a:latin typeface="Tahoma" pitchFamily="34" charset="0"/>
              </a:rPr>
              <a:t>Uncomment #define DHTTYPE DHT11</a:t>
            </a:r>
            <a:endParaRPr kumimoji="0" lang="en-IE" sz="1800" b="0" i="0" u="none" strike="noStrike" cap="none" normalizeH="0" baseline="0" dirty="0">
              <a:ln>
                <a:noFill/>
              </a:ln>
              <a:solidFill>
                <a:schemeClr val="tx1"/>
              </a:solidFill>
              <a:effectLst/>
              <a:latin typeface="Tahoma" pitchFamily="34" charset="0"/>
            </a:endParaRPr>
          </a:p>
        </p:txBody>
      </p:sp>
      <p:sp>
        <p:nvSpPr>
          <p:cNvPr id="10" name="Rectangle 9">
            <a:extLst>
              <a:ext uri="{FF2B5EF4-FFF2-40B4-BE49-F238E27FC236}">
                <a16:creationId xmlns:a16="http://schemas.microsoft.com/office/drawing/2014/main" id="{71D9B4B9-214F-974D-45D7-1592778258E5}"/>
              </a:ext>
            </a:extLst>
          </p:cNvPr>
          <p:cNvSpPr/>
          <p:nvPr/>
        </p:nvSpPr>
        <p:spPr bwMode="auto">
          <a:xfrm>
            <a:off x="1055440" y="5325396"/>
            <a:ext cx="6552728" cy="914400"/>
          </a:xfrm>
          <a:prstGeom prst="rect">
            <a:avLst/>
          </a:prstGeom>
          <a:solidFill>
            <a:schemeClr val="accent2"/>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tx1"/>
                </a:solidFill>
                <a:effectLst/>
                <a:latin typeface="Tahoma" pitchFamily="34" charset="0"/>
              </a:rPr>
              <a:t>Save your sketch, then compile and load it to your Arduino</a:t>
            </a:r>
          </a:p>
          <a:p>
            <a:pPr marL="0" marR="0" indent="0" algn="l" defTabSz="914400" rtl="0" eaLnBrk="0" fontAlgn="base" latinLnBrk="0" hangingPunct="0">
              <a:lnSpc>
                <a:spcPct val="100000"/>
              </a:lnSpc>
              <a:spcBef>
                <a:spcPct val="0"/>
              </a:spcBef>
              <a:spcAft>
                <a:spcPct val="0"/>
              </a:spcAft>
              <a:buClrTx/>
              <a:buSzTx/>
              <a:buFontTx/>
              <a:buNone/>
              <a:tabLst/>
            </a:pPr>
            <a:r>
              <a:rPr lang="en-GB" dirty="0">
                <a:latin typeface="Tahoma" pitchFamily="34" charset="0"/>
              </a:rPr>
              <a:t>Open the Serial Monitor to see the output</a:t>
            </a:r>
            <a:endParaRPr kumimoji="0" lang="en-IE" sz="1800" b="0" i="0" u="none" strike="noStrike" cap="none" normalizeH="0" baseline="0" dirty="0">
              <a:ln>
                <a:noFill/>
              </a:ln>
              <a:solidFill>
                <a:schemeClr val="tx1"/>
              </a:solidFill>
              <a:effectLst/>
              <a:latin typeface="Tahoma" pitchFamily="34" charset="0"/>
            </a:endParaRPr>
          </a:p>
        </p:txBody>
      </p:sp>
      <p:sp>
        <p:nvSpPr>
          <p:cNvPr id="11" name="TextBox 10">
            <a:extLst>
              <a:ext uri="{FF2B5EF4-FFF2-40B4-BE49-F238E27FC236}">
                <a16:creationId xmlns:a16="http://schemas.microsoft.com/office/drawing/2014/main" id="{A9EE7E6B-9AAC-7F89-0E89-34E5BFE2C684}"/>
              </a:ext>
            </a:extLst>
          </p:cNvPr>
          <p:cNvSpPr txBox="1"/>
          <p:nvPr/>
        </p:nvSpPr>
        <p:spPr>
          <a:xfrm>
            <a:off x="7824634" y="1429688"/>
            <a:ext cx="3816424" cy="1200329"/>
          </a:xfrm>
          <a:prstGeom prst="rect">
            <a:avLst/>
          </a:prstGeom>
          <a:solidFill>
            <a:srgbClr val="002060"/>
          </a:solidFill>
        </p:spPr>
        <p:txBody>
          <a:bodyPr wrap="square" rtlCol="0">
            <a:spAutoFit/>
          </a:bodyPr>
          <a:lstStyle/>
          <a:p>
            <a:r>
              <a:rPr lang="en-GB" sz="2400" dirty="0">
                <a:solidFill>
                  <a:srgbClr val="FFFF00"/>
                </a:solidFill>
              </a:rPr>
              <a:t>Also try out the </a:t>
            </a:r>
            <a:r>
              <a:rPr lang="en-GB" sz="2400" dirty="0" err="1">
                <a:solidFill>
                  <a:srgbClr val="FFFF00"/>
                </a:solidFill>
              </a:rPr>
              <a:t>DHT_Unified_Sensor</a:t>
            </a:r>
            <a:r>
              <a:rPr lang="en-GB" sz="2400" dirty="0">
                <a:solidFill>
                  <a:srgbClr val="FFFF00"/>
                </a:solidFill>
              </a:rPr>
              <a:t> example</a:t>
            </a:r>
            <a:endParaRPr lang="en-IE" sz="2400" dirty="0">
              <a:solidFill>
                <a:srgbClr val="FFFF00"/>
              </a:solidFill>
            </a:endParaRPr>
          </a:p>
        </p:txBody>
      </p:sp>
    </p:spTree>
    <p:extLst>
      <p:ext uri="{BB962C8B-B14F-4D97-AF65-F5344CB8AC3E}">
        <p14:creationId xmlns:p14="http://schemas.microsoft.com/office/powerpoint/2010/main" val="33342319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646CC-3B09-7D49-5D39-78576149FC41}"/>
              </a:ext>
            </a:extLst>
          </p:cNvPr>
          <p:cNvSpPr>
            <a:spLocks noGrp="1"/>
          </p:cNvSpPr>
          <p:nvPr>
            <p:ph type="title"/>
          </p:nvPr>
        </p:nvSpPr>
        <p:spPr/>
        <p:txBody>
          <a:bodyPr/>
          <a:lstStyle/>
          <a:p>
            <a:r>
              <a:rPr lang="en-GB" dirty="0"/>
              <a:t>DHT11 Exercises</a:t>
            </a:r>
            <a:endParaRPr lang="en-IE" dirty="0"/>
          </a:p>
        </p:txBody>
      </p:sp>
      <p:sp>
        <p:nvSpPr>
          <p:cNvPr id="3" name="Content Placeholder 2">
            <a:extLst>
              <a:ext uri="{FF2B5EF4-FFF2-40B4-BE49-F238E27FC236}">
                <a16:creationId xmlns:a16="http://schemas.microsoft.com/office/drawing/2014/main" id="{6B65D5CB-BD7B-BF55-EC12-05E99C4D8316}"/>
              </a:ext>
            </a:extLst>
          </p:cNvPr>
          <p:cNvSpPr>
            <a:spLocks noGrp="1"/>
          </p:cNvSpPr>
          <p:nvPr>
            <p:ph idx="1"/>
          </p:nvPr>
        </p:nvSpPr>
        <p:spPr/>
        <p:txBody>
          <a:bodyPr/>
          <a:lstStyle/>
          <a:p>
            <a:r>
              <a:rPr lang="en-GB" dirty="0"/>
              <a:t>Try out the </a:t>
            </a:r>
            <a:r>
              <a:rPr lang="en-GB" dirty="0" err="1"/>
              <a:t>DHT_Unified_Sensor</a:t>
            </a:r>
            <a:r>
              <a:rPr lang="en-GB" dirty="0"/>
              <a:t> example</a:t>
            </a:r>
          </a:p>
          <a:p>
            <a:r>
              <a:rPr lang="en-GB" dirty="0"/>
              <a:t>How is this different from the </a:t>
            </a:r>
            <a:r>
              <a:rPr lang="en-GB" dirty="0" err="1"/>
              <a:t>DHT_Tester</a:t>
            </a:r>
            <a:r>
              <a:rPr lang="en-GB" dirty="0"/>
              <a:t> example?</a:t>
            </a:r>
          </a:p>
          <a:p>
            <a:endParaRPr lang="en-GB" dirty="0"/>
          </a:p>
          <a:p>
            <a:r>
              <a:rPr lang="en-GB" dirty="0"/>
              <a:t>Vary the temperature and humidity measured by the DHT11 sensor</a:t>
            </a:r>
          </a:p>
          <a:p>
            <a:pPr lvl="1"/>
            <a:r>
              <a:rPr lang="en-GB" dirty="0"/>
              <a:t>You could use your breath </a:t>
            </a:r>
            <a:r>
              <a:rPr lang="en-GB"/>
              <a:t>for this!</a:t>
            </a:r>
            <a:endParaRPr lang="en-GB" dirty="0"/>
          </a:p>
          <a:p>
            <a:r>
              <a:rPr lang="en-GB" dirty="0"/>
              <a:t>What outputs to you see?</a:t>
            </a:r>
          </a:p>
          <a:p>
            <a:endParaRPr lang="en-IE" dirty="0"/>
          </a:p>
        </p:txBody>
      </p:sp>
      <p:sp>
        <p:nvSpPr>
          <p:cNvPr id="4" name="Date Placeholder 3">
            <a:extLst>
              <a:ext uri="{FF2B5EF4-FFF2-40B4-BE49-F238E27FC236}">
                <a16:creationId xmlns:a16="http://schemas.microsoft.com/office/drawing/2014/main" id="{CE9F4E2E-4E45-C907-5FD2-1CD517C6D3BC}"/>
              </a:ext>
            </a:extLst>
          </p:cNvPr>
          <p:cNvSpPr>
            <a:spLocks noGrp="1"/>
          </p:cNvSpPr>
          <p:nvPr>
            <p:ph type="dt" sz="half" idx="10"/>
          </p:nvPr>
        </p:nvSpPr>
        <p:spPr/>
        <p:txBody>
          <a:bodyPr/>
          <a:lstStyle/>
          <a:p>
            <a:pPr>
              <a:defRPr/>
            </a:pPr>
            <a:r>
              <a:rPr lang="en-US"/>
              <a:t>Winter 2026</a:t>
            </a:r>
            <a:endParaRPr lang="en-US" dirty="0"/>
          </a:p>
        </p:txBody>
      </p:sp>
      <p:sp>
        <p:nvSpPr>
          <p:cNvPr id="5" name="Footer Placeholder 4">
            <a:extLst>
              <a:ext uri="{FF2B5EF4-FFF2-40B4-BE49-F238E27FC236}">
                <a16:creationId xmlns:a16="http://schemas.microsoft.com/office/drawing/2014/main" id="{63F6FFC5-A834-905B-5387-1915139CEF1A}"/>
              </a:ext>
            </a:extLst>
          </p:cNvPr>
          <p:cNvSpPr>
            <a:spLocks noGrp="1"/>
          </p:cNvSpPr>
          <p:nvPr>
            <p:ph type="ftr" sz="quarter" idx="11"/>
          </p:nvPr>
        </p:nvSpPr>
        <p:spPr/>
        <p:txBody>
          <a:bodyPr/>
          <a:lstStyle/>
          <a:p>
            <a:pPr>
              <a:defRPr/>
            </a:pPr>
            <a:r>
              <a:rPr lang="en-US"/>
              <a:t>Session 4</a:t>
            </a:r>
          </a:p>
        </p:txBody>
      </p:sp>
      <p:sp>
        <p:nvSpPr>
          <p:cNvPr id="6" name="Slide Number Placeholder 5">
            <a:extLst>
              <a:ext uri="{FF2B5EF4-FFF2-40B4-BE49-F238E27FC236}">
                <a16:creationId xmlns:a16="http://schemas.microsoft.com/office/drawing/2014/main" id="{F6109417-BE02-4CD1-C845-20C1758DA4CA}"/>
              </a:ext>
            </a:extLst>
          </p:cNvPr>
          <p:cNvSpPr>
            <a:spLocks noGrp="1"/>
          </p:cNvSpPr>
          <p:nvPr>
            <p:ph type="sldNum" sz="quarter" idx="12"/>
          </p:nvPr>
        </p:nvSpPr>
        <p:spPr/>
        <p:txBody>
          <a:bodyPr/>
          <a:lstStyle/>
          <a:p>
            <a:fld id="{8ED4263E-8DEB-43AE-B3A3-53F686D36AB5}" type="slidenum">
              <a:rPr lang="en-US" altLang="en-US" smtClean="0"/>
              <a:pPr/>
              <a:t>35</a:t>
            </a:fld>
            <a:endParaRPr lang="en-US" altLang="en-US"/>
          </a:p>
        </p:txBody>
      </p:sp>
    </p:spTree>
    <p:extLst>
      <p:ext uri="{BB962C8B-B14F-4D97-AF65-F5344CB8AC3E}">
        <p14:creationId xmlns:p14="http://schemas.microsoft.com/office/powerpoint/2010/main" val="2686575983"/>
      </p:ext>
    </p:extLst>
  </p:cSld>
  <p:clrMapOvr>
    <a:masterClrMapping/>
  </p:clrMapOvr>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C000"/>
        </a:solidFill>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1034</TotalTime>
  <Words>2377</Words>
  <Application>Microsoft Office PowerPoint</Application>
  <PresentationFormat>Widescreen</PresentationFormat>
  <Paragraphs>362</Paragraphs>
  <Slides>35</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35</vt:i4>
      </vt:variant>
    </vt:vector>
  </HeadingPairs>
  <TitlesOfParts>
    <vt:vector size="42" baseType="lpstr">
      <vt:lpstr>Wingdings</vt:lpstr>
      <vt:lpstr>Tahoma</vt:lpstr>
      <vt:lpstr>Courier New</vt:lpstr>
      <vt:lpstr>Tw Cen MT</vt:lpstr>
      <vt:lpstr>Arial</vt:lpstr>
      <vt:lpstr>Edge</vt:lpstr>
      <vt:lpstr>Blends</vt:lpstr>
      <vt:lpstr>Introduction to Embedded Systems using Arduino</vt:lpstr>
      <vt:lpstr>Communicating with a user</vt:lpstr>
      <vt:lpstr>Communicating with Others</vt:lpstr>
      <vt:lpstr>Arduino UNO R3 TX and RX</vt:lpstr>
      <vt:lpstr>Serial Communications</vt:lpstr>
      <vt:lpstr>Arduino Serial Communications</vt:lpstr>
      <vt:lpstr>Serial Communications</vt:lpstr>
      <vt:lpstr>Arduino UNO R3 TX and RX</vt:lpstr>
      <vt:lpstr>Arduino to Computer</vt:lpstr>
      <vt:lpstr>Arduino &amp; USB</vt:lpstr>
      <vt:lpstr>Sending Information from Arduino to Your Computer</vt:lpstr>
      <vt:lpstr>Baud rate</vt:lpstr>
      <vt:lpstr>Sending information</vt:lpstr>
      <vt:lpstr>Strings</vt:lpstr>
      <vt:lpstr>Comparing C type Strings</vt:lpstr>
      <vt:lpstr>String Object</vt:lpstr>
      <vt:lpstr>Mathematical Operators</vt:lpstr>
      <vt:lpstr>Compare Character and Numeric Values</vt:lpstr>
      <vt:lpstr>Logical and Bitwise operators</vt:lpstr>
      <vt:lpstr>Combine Operations and Assignment</vt:lpstr>
      <vt:lpstr>Advanced Mathematical Operators</vt:lpstr>
      <vt:lpstr>Other Useful Operators</vt:lpstr>
      <vt:lpstr>Functions</vt:lpstr>
      <vt:lpstr>Receiving Serial Data in Arduino</vt:lpstr>
      <vt:lpstr>Controlling Arduino</vt:lpstr>
      <vt:lpstr>Tasks with Serial communications (1)</vt:lpstr>
      <vt:lpstr>Tasks with Serial communications (2)</vt:lpstr>
      <vt:lpstr>Tasks with Serial communications (3)</vt:lpstr>
      <vt:lpstr>Adding an Arduino Library for your sketch (1)</vt:lpstr>
      <vt:lpstr>Adding an Arduino Library for your sketch (2)</vt:lpstr>
      <vt:lpstr>Adding an Arduino Library for your sketch (3)</vt:lpstr>
      <vt:lpstr>Adding an Arduino Library for your sketch (4)</vt:lpstr>
      <vt:lpstr>Adding an Arduino Library for your sketch (5)</vt:lpstr>
      <vt:lpstr>Adding an Arduino Library for your sketch (6)</vt:lpstr>
      <vt:lpstr>DHT11 Exercises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ET4047 Embedded Software</dc:title>
  <dc:creator>Ciaran MacNamee</dc:creator>
  <cp:lastModifiedBy>Ciaran MacNamee</cp:lastModifiedBy>
  <cp:revision>65</cp:revision>
  <dcterms:created xsi:type="dcterms:W3CDTF">2020-09-17T11:39:01Z</dcterms:created>
  <dcterms:modified xsi:type="dcterms:W3CDTF">2026-02-06T13:10:57Z</dcterms:modified>
</cp:coreProperties>
</file>